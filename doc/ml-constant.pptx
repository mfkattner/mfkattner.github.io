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05" r:id="rId1"/>
  </p:sldMasterIdLst>
  <p:notesMasterIdLst>
    <p:notesMasterId r:id="rId36"/>
  </p:notesMasterIdLst>
  <p:handoutMasterIdLst>
    <p:handoutMasterId r:id="rId37"/>
  </p:handoutMasterIdLst>
  <p:sldIdLst>
    <p:sldId id="259" r:id="rId2"/>
    <p:sldId id="261" r:id="rId3"/>
    <p:sldId id="263" r:id="rId4"/>
    <p:sldId id="258" r:id="rId5"/>
    <p:sldId id="264" r:id="rId6"/>
    <p:sldId id="260" r:id="rId7"/>
    <p:sldId id="265" r:id="rId8"/>
    <p:sldId id="267" r:id="rId9"/>
    <p:sldId id="269" r:id="rId10"/>
    <p:sldId id="270" r:id="rId11"/>
    <p:sldId id="262" r:id="rId12"/>
    <p:sldId id="272" r:id="rId13"/>
    <p:sldId id="271" r:id="rId14"/>
    <p:sldId id="273" r:id="rId15"/>
    <p:sldId id="275" r:id="rId16"/>
    <p:sldId id="274" r:id="rId17"/>
    <p:sldId id="276" r:id="rId18"/>
    <p:sldId id="277" r:id="rId19"/>
    <p:sldId id="280" r:id="rId20"/>
    <p:sldId id="278" r:id="rId21"/>
    <p:sldId id="279" r:id="rId22"/>
    <p:sldId id="283" r:id="rId23"/>
    <p:sldId id="284" r:id="rId24"/>
    <p:sldId id="281" r:id="rId25"/>
    <p:sldId id="282" r:id="rId26"/>
    <p:sldId id="286" r:id="rId27"/>
    <p:sldId id="285" r:id="rId28"/>
    <p:sldId id="287" r:id="rId29"/>
    <p:sldId id="288" r:id="rId30"/>
    <p:sldId id="289" r:id="rId31"/>
    <p:sldId id="290" r:id="rId32"/>
    <p:sldId id="291" r:id="rId33"/>
    <p:sldId id="292" r:id="rId34"/>
    <p:sldId id="293" r:id="rId35"/>
  </p:sldIdLst>
  <p:sldSz cx="9144000" cy="5400675"/>
  <p:notesSz cx="6858000" cy="9144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89">
          <p15:clr>
            <a:srgbClr val="A4A3A4"/>
          </p15:clr>
        </p15:guide>
        <p15:guide id="2" orient="horz" pos="3198">
          <p15:clr>
            <a:srgbClr val="A4A3A4"/>
          </p15:clr>
        </p15:guide>
        <p15:guide id="3" orient="horz" pos="748">
          <p15:clr>
            <a:srgbClr val="A4A3A4"/>
          </p15:clr>
        </p15:guide>
        <p15:guide id="4" orient="horz" pos="3062">
          <p15:clr>
            <a:srgbClr val="A4A3A4"/>
          </p15:clr>
        </p15:guide>
        <p15:guide id="5" orient="horz" pos="1792">
          <p15:clr>
            <a:srgbClr val="A4A3A4"/>
          </p15:clr>
        </p15:guide>
        <p15:guide id="6" orient="horz" pos="1610">
          <p15:clr>
            <a:srgbClr val="A4A3A4"/>
          </p15:clr>
        </p15:guide>
        <p15:guide id="7" orient="horz" pos="2957">
          <p15:clr>
            <a:srgbClr val="A4A3A4"/>
          </p15:clr>
        </p15:guide>
        <p15:guide id="8" orient="horz" pos="2878">
          <p15:clr>
            <a:srgbClr val="A4A3A4"/>
          </p15:clr>
        </p15:guide>
        <p15:guide id="9" pos="3016">
          <p15:clr>
            <a:srgbClr val="A4A3A4"/>
          </p15:clr>
        </p15:guide>
        <p15:guide id="10" pos="2744">
          <p15:clr>
            <a:srgbClr val="A4A3A4"/>
          </p15:clr>
        </p15:guide>
        <p15:guide id="11" pos="5329">
          <p15:clr>
            <a:srgbClr val="A4A3A4"/>
          </p15:clr>
        </p15:guide>
        <p15:guide id="12" pos="2880">
          <p15:clr>
            <a:srgbClr val="A4A3A4"/>
          </p15:clr>
        </p15:guide>
        <p15:guide id="13" pos="930">
          <p15:clr>
            <a:srgbClr val="A4A3A4"/>
          </p15:clr>
        </p15:guide>
        <p15:guide id="14" pos="431">
          <p15:clr>
            <a:srgbClr val="A4A3A4"/>
          </p15:clr>
        </p15:guide>
        <p15:guide id="15" pos="413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276"/>
    <a:srgbClr val="87C1E2"/>
    <a:srgbClr val="D50035"/>
    <a:srgbClr val="6696A8"/>
    <a:srgbClr val="19627D"/>
    <a:srgbClr val="A0A0A0"/>
    <a:srgbClr val="7F7F7F"/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617DBD-06FC-4AB1-929F-5F6ABE19B9DC}" v="35" dt="2026-10-06T06:30:10.3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01" autoAdjust="0"/>
    <p:restoredTop sz="94660"/>
  </p:normalViewPr>
  <p:slideViewPr>
    <p:cSldViewPr snapToObjects="1">
      <p:cViewPr varScale="1">
        <p:scale>
          <a:sx n="114" d="100"/>
          <a:sy n="114" d="100"/>
        </p:scale>
        <p:origin x="106" y="86"/>
      </p:cViewPr>
      <p:guideLst>
        <p:guide orient="horz" pos="3289"/>
        <p:guide orient="horz" pos="3198"/>
        <p:guide orient="horz" pos="748"/>
        <p:guide orient="horz" pos="3062"/>
        <p:guide orient="horz" pos="1792"/>
        <p:guide orient="horz" pos="1610"/>
        <p:guide orient="horz" pos="2957"/>
        <p:guide orient="horz" pos="2878"/>
        <p:guide pos="3016"/>
        <p:guide pos="2744"/>
        <p:guide pos="5329"/>
        <p:guide pos="2880"/>
        <p:guide pos="930"/>
        <p:guide pos="431"/>
        <p:guide pos="41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Objects="1"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orian Kattner HMU Potsdam" userId="b781a7f8-b6b6-4bfe-b2a2-6a9fc406e1ad" providerId="ADAL" clId="{3DE15B2C-536A-4491-B40D-82F5B4F50A8D}"/>
    <pc:docChg chg="addSld delSld modSld sldOrd">
      <pc:chgData name="Florian Kattner HMU Potsdam" userId="b781a7f8-b6b6-4bfe-b2a2-6a9fc406e1ad" providerId="ADAL" clId="{3DE15B2C-536A-4491-B40D-82F5B4F50A8D}" dt="2026-04-20T12:03:40.958" v="49"/>
      <pc:docMkLst>
        <pc:docMk/>
      </pc:docMkLst>
      <pc:sldChg chg="del">
        <pc:chgData name="Florian Kattner HMU Potsdam" userId="b781a7f8-b6b6-4bfe-b2a2-6a9fc406e1ad" providerId="ADAL" clId="{3DE15B2C-536A-4491-B40D-82F5B4F50A8D}" dt="2026-04-20T11:55:27.477" v="0" actId="47"/>
        <pc:sldMkLst>
          <pc:docMk/>
          <pc:sldMk cId="1593832994" sldId="256"/>
        </pc:sldMkLst>
      </pc:sldChg>
      <pc:sldChg chg="del">
        <pc:chgData name="Florian Kattner HMU Potsdam" userId="b781a7f8-b6b6-4bfe-b2a2-6a9fc406e1ad" providerId="ADAL" clId="{3DE15B2C-536A-4491-B40D-82F5B4F50A8D}" dt="2026-04-20T11:55:28.317" v="1" actId="47"/>
        <pc:sldMkLst>
          <pc:docMk/>
          <pc:sldMk cId="277132317" sldId="257"/>
        </pc:sldMkLst>
      </pc:sldChg>
      <pc:sldChg chg="ord">
        <pc:chgData name="Florian Kattner HMU Potsdam" userId="b781a7f8-b6b6-4bfe-b2a2-6a9fc406e1ad" providerId="ADAL" clId="{3DE15B2C-536A-4491-B40D-82F5B4F50A8D}" dt="2026-04-20T11:57:33.516" v="39"/>
        <pc:sldMkLst>
          <pc:docMk/>
          <pc:sldMk cId="3734412021" sldId="258"/>
        </pc:sldMkLst>
      </pc:sldChg>
      <pc:sldChg chg="ord">
        <pc:chgData name="Florian Kattner HMU Potsdam" userId="b781a7f8-b6b6-4bfe-b2a2-6a9fc406e1ad" providerId="ADAL" clId="{3DE15B2C-536A-4491-B40D-82F5B4F50A8D}" dt="2026-04-20T11:56:29.629" v="31"/>
        <pc:sldMkLst>
          <pc:docMk/>
          <pc:sldMk cId="935703201" sldId="260"/>
        </pc:sldMkLst>
      </pc:sldChg>
      <pc:sldChg chg="ord">
        <pc:chgData name="Florian Kattner HMU Potsdam" userId="b781a7f8-b6b6-4bfe-b2a2-6a9fc406e1ad" providerId="ADAL" clId="{3DE15B2C-536A-4491-B40D-82F5B4F50A8D}" dt="2026-04-20T11:56:42.787" v="33"/>
        <pc:sldMkLst>
          <pc:docMk/>
          <pc:sldMk cId="3063291070" sldId="262"/>
        </pc:sldMkLst>
      </pc:sldChg>
      <pc:sldChg chg="add">
        <pc:chgData name="Florian Kattner HMU Potsdam" userId="b781a7f8-b6b6-4bfe-b2a2-6a9fc406e1ad" providerId="ADAL" clId="{3DE15B2C-536A-4491-B40D-82F5B4F50A8D}" dt="2026-04-20T11:55:50.928" v="10"/>
        <pc:sldMkLst>
          <pc:docMk/>
          <pc:sldMk cId="217500498" sldId="264"/>
        </pc:sldMkLst>
      </pc:sldChg>
      <pc:sldChg chg="del">
        <pc:chgData name="Florian Kattner HMU Potsdam" userId="b781a7f8-b6b6-4bfe-b2a2-6a9fc406e1ad" providerId="ADAL" clId="{3DE15B2C-536A-4491-B40D-82F5B4F50A8D}" dt="2026-04-20T11:55:34.098" v="3" actId="47"/>
        <pc:sldMkLst>
          <pc:docMk/>
          <pc:sldMk cId="3277029440" sldId="264"/>
        </pc:sldMkLst>
      </pc:sldChg>
      <pc:sldChg chg="del">
        <pc:chgData name="Florian Kattner HMU Potsdam" userId="b781a7f8-b6b6-4bfe-b2a2-6a9fc406e1ad" providerId="ADAL" clId="{3DE15B2C-536A-4491-B40D-82F5B4F50A8D}" dt="2026-04-20T11:55:31.416" v="2" actId="47"/>
        <pc:sldMkLst>
          <pc:docMk/>
          <pc:sldMk cId="192853208" sldId="265"/>
        </pc:sldMkLst>
      </pc:sldChg>
      <pc:sldChg chg="add ord">
        <pc:chgData name="Florian Kattner HMU Potsdam" userId="b781a7f8-b6b6-4bfe-b2a2-6a9fc406e1ad" providerId="ADAL" clId="{3DE15B2C-536A-4491-B40D-82F5B4F50A8D}" dt="2026-04-20T11:57:38.629" v="41"/>
        <pc:sldMkLst>
          <pc:docMk/>
          <pc:sldMk cId="3149514930" sldId="265"/>
        </pc:sldMkLst>
      </pc:sldChg>
      <pc:sldChg chg="add del">
        <pc:chgData name="Florian Kattner HMU Potsdam" userId="b781a7f8-b6b6-4bfe-b2a2-6a9fc406e1ad" providerId="ADAL" clId="{3DE15B2C-536A-4491-B40D-82F5B4F50A8D}" dt="2026-04-20T11:59:42.519" v="42" actId="47"/>
        <pc:sldMkLst>
          <pc:docMk/>
          <pc:sldMk cId="3379687561" sldId="266"/>
        </pc:sldMkLst>
      </pc:sldChg>
      <pc:sldChg chg="add ord">
        <pc:chgData name="Florian Kattner HMU Potsdam" userId="b781a7f8-b6b6-4bfe-b2a2-6a9fc406e1ad" providerId="ADAL" clId="{3DE15B2C-536A-4491-B40D-82F5B4F50A8D}" dt="2026-04-20T11:56:17.570" v="25"/>
        <pc:sldMkLst>
          <pc:docMk/>
          <pc:sldMk cId="2384650500" sldId="267"/>
        </pc:sldMkLst>
      </pc:sldChg>
      <pc:sldChg chg="add del">
        <pc:chgData name="Florian Kattner HMU Potsdam" userId="b781a7f8-b6b6-4bfe-b2a2-6a9fc406e1ad" providerId="ADAL" clId="{3DE15B2C-536A-4491-B40D-82F5B4F50A8D}" dt="2026-04-20T11:59:43.391" v="43" actId="47"/>
        <pc:sldMkLst>
          <pc:docMk/>
          <pc:sldMk cId="4175366001" sldId="268"/>
        </pc:sldMkLst>
      </pc:sldChg>
      <pc:sldChg chg="add">
        <pc:chgData name="Florian Kattner HMU Potsdam" userId="b781a7f8-b6b6-4bfe-b2a2-6a9fc406e1ad" providerId="ADAL" clId="{3DE15B2C-536A-4491-B40D-82F5B4F50A8D}" dt="2026-04-20T11:55:50.928" v="10"/>
        <pc:sldMkLst>
          <pc:docMk/>
          <pc:sldMk cId="171703210" sldId="269"/>
        </pc:sldMkLst>
      </pc:sldChg>
      <pc:sldChg chg="add">
        <pc:chgData name="Florian Kattner HMU Potsdam" userId="b781a7f8-b6b6-4bfe-b2a2-6a9fc406e1ad" providerId="ADAL" clId="{3DE15B2C-536A-4491-B40D-82F5B4F50A8D}" dt="2026-04-20T11:55:53.284" v="11"/>
        <pc:sldMkLst>
          <pc:docMk/>
          <pc:sldMk cId="325823577" sldId="270"/>
        </pc:sldMkLst>
      </pc:sldChg>
      <pc:sldChg chg="add ord">
        <pc:chgData name="Florian Kattner HMU Potsdam" userId="b781a7f8-b6b6-4bfe-b2a2-6a9fc406e1ad" providerId="ADAL" clId="{3DE15B2C-536A-4491-B40D-82F5B4F50A8D}" dt="2026-04-20T11:56:15.629" v="23"/>
        <pc:sldMkLst>
          <pc:docMk/>
          <pc:sldMk cId="1649348587" sldId="271"/>
        </pc:sldMkLst>
      </pc:sldChg>
      <pc:sldChg chg="add">
        <pc:chgData name="Florian Kattner HMU Potsdam" userId="b781a7f8-b6b6-4bfe-b2a2-6a9fc406e1ad" providerId="ADAL" clId="{3DE15B2C-536A-4491-B40D-82F5B4F50A8D}" dt="2026-04-20T11:55:53.284" v="11"/>
        <pc:sldMkLst>
          <pc:docMk/>
          <pc:sldMk cId="1557170403" sldId="272"/>
        </pc:sldMkLst>
      </pc:sldChg>
      <pc:sldChg chg="add">
        <pc:chgData name="Florian Kattner HMU Potsdam" userId="b781a7f8-b6b6-4bfe-b2a2-6a9fc406e1ad" providerId="ADAL" clId="{3DE15B2C-536A-4491-B40D-82F5B4F50A8D}" dt="2026-04-20T11:55:53.284" v="11"/>
        <pc:sldMkLst>
          <pc:docMk/>
          <pc:sldMk cId="3449909443" sldId="273"/>
        </pc:sldMkLst>
      </pc:sldChg>
      <pc:sldChg chg="add ord">
        <pc:chgData name="Florian Kattner HMU Potsdam" userId="b781a7f8-b6b6-4bfe-b2a2-6a9fc406e1ad" providerId="ADAL" clId="{3DE15B2C-536A-4491-B40D-82F5B4F50A8D}" dt="2026-04-20T11:56:13.755" v="21"/>
        <pc:sldMkLst>
          <pc:docMk/>
          <pc:sldMk cId="689830175" sldId="274"/>
        </pc:sldMkLst>
      </pc:sldChg>
      <pc:sldChg chg="add">
        <pc:chgData name="Florian Kattner HMU Potsdam" userId="b781a7f8-b6b6-4bfe-b2a2-6a9fc406e1ad" providerId="ADAL" clId="{3DE15B2C-536A-4491-B40D-82F5B4F50A8D}" dt="2026-04-20T11:55:53.284" v="11"/>
        <pc:sldMkLst>
          <pc:docMk/>
          <pc:sldMk cId="4204426100" sldId="275"/>
        </pc:sldMkLst>
      </pc:sldChg>
      <pc:sldChg chg="add">
        <pc:chgData name="Florian Kattner HMU Potsdam" userId="b781a7f8-b6b6-4bfe-b2a2-6a9fc406e1ad" providerId="ADAL" clId="{3DE15B2C-536A-4491-B40D-82F5B4F50A8D}" dt="2026-04-20T11:55:55.621" v="12"/>
        <pc:sldMkLst>
          <pc:docMk/>
          <pc:sldMk cId="1401187810" sldId="276"/>
        </pc:sldMkLst>
      </pc:sldChg>
      <pc:sldChg chg="add">
        <pc:chgData name="Florian Kattner HMU Potsdam" userId="b781a7f8-b6b6-4bfe-b2a2-6a9fc406e1ad" providerId="ADAL" clId="{3DE15B2C-536A-4491-B40D-82F5B4F50A8D}" dt="2026-04-20T11:55:55.621" v="12"/>
        <pc:sldMkLst>
          <pc:docMk/>
          <pc:sldMk cId="3212974201" sldId="277"/>
        </pc:sldMkLst>
      </pc:sldChg>
      <pc:sldChg chg="add ord">
        <pc:chgData name="Florian Kattner HMU Potsdam" userId="b781a7f8-b6b6-4bfe-b2a2-6a9fc406e1ad" providerId="ADAL" clId="{3DE15B2C-536A-4491-B40D-82F5B4F50A8D}" dt="2026-04-20T11:56:51.685" v="35"/>
        <pc:sldMkLst>
          <pc:docMk/>
          <pc:sldMk cId="952047407" sldId="278"/>
        </pc:sldMkLst>
      </pc:sldChg>
      <pc:sldChg chg="add">
        <pc:chgData name="Florian Kattner HMU Potsdam" userId="b781a7f8-b6b6-4bfe-b2a2-6a9fc406e1ad" providerId="ADAL" clId="{3DE15B2C-536A-4491-B40D-82F5B4F50A8D}" dt="2026-04-20T11:55:55.621" v="12"/>
        <pc:sldMkLst>
          <pc:docMk/>
          <pc:sldMk cId="544431349" sldId="279"/>
        </pc:sldMkLst>
      </pc:sldChg>
      <pc:sldChg chg="add ord">
        <pc:chgData name="Florian Kattner HMU Potsdam" userId="b781a7f8-b6b6-4bfe-b2a2-6a9fc406e1ad" providerId="ADAL" clId="{3DE15B2C-536A-4491-B40D-82F5B4F50A8D}" dt="2026-04-20T11:56:11.704" v="19"/>
        <pc:sldMkLst>
          <pc:docMk/>
          <pc:sldMk cId="11482510" sldId="280"/>
        </pc:sldMkLst>
      </pc:sldChg>
      <pc:sldChg chg="add">
        <pc:chgData name="Florian Kattner HMU Potsdam" userId="b781a7f8-b6b6-4bfe-b2a2-6a9fc406e1ad" providerId="ADAL" clId="{3DE15B2C-536A-4491-B40D-82F5B4F50A8D}" dt="2026-04-20T11:55:55.621" v="12"/>
        <pc:sldMkLst>
          <pc:docMk/>
          <pc:sldMk cId="3599209834" sldId="281"/>
        </pc:sldMkLst>
      </pc:sldChg>
      <pc:sldChg chg="add">
        <pc:chgData name="Florian Kattner HMU Potsdam" userId="b781a7f8-b6b6-4bfe-b2a2-6a9fc406e1ad" providerId="ADAL" clId="{3DE15B2C-536A-4491-B40D-82F5B4F50A8D}" dt="2026-04-20T11:55:58.541" v="13"/>
        <pc:sldMkLst>
          <pc:docMk/>
          <pc:sldMk cId="1028671814" sldId="282"/>
        </pc:sldMkLst>
      </pc:sldChg>
      <pc:sldChg chg="add ord">
        <pc:chgData name="Florian Kattner HMU Potsdam" userId="b781a7f8-b6b6-4bfe-b2a2-6a9fc406e1ad" providerId="ADAL" clId="{3DE15B2C-536A-4491-B40D-82F5B4F50A8D}" dt="2026-04-20T11:57:01.130" v="37"/>
        <pc:sldMkLst>
          <pc:docMk/>
          <pc:sldMk cId="537062801" sldId="283"/>
        </pc:sldMkLst>
      </pc:sldChg>
      <pc:sldChg chg="add ord">
        <pc:chgData name="Florian Kattner HMU Potsdam" userId="b781a7f8-b6b6-4bfe-b2a2-6a9fc406e1ad" providerId="ADAL" clId="{3DE15B2C-536A-4491-B40D-82F5B4F50A8D}" dt="2026-04-20T11:56:09.594" v="17"/>
        <pc:sldMkLst>
          <pc:docMk/>
          <pc:sldMk cId="1243896534" sldId="284"/>
        </pc:sldMkLst>
      </pc:sldChg>
      <pc:sldChg chg="add">
        <pc:chgData name="Florian Kattner HMU Potsdam" userId="b781a7f8-b6b6-4bfe-b2a2-6a9fc406e1ad" providerId="ADAL" clId="{3DE15B2C-536A-4491-B40D-82F5B4F50A8D}" dt="2026-04-20T11:55:58.541" v="13"/>
        <pc:sldMkLst>
          <pc:docMk/>
          <pc:sldMk cId="219460526" sldId="285"/>
        </pc:sldMkLst>
      </pc:sldChg>
      <pc:sldChg chg="add ord">
        <pc:chgData name="Florian Kattner HMU Potsdam" userId="b781a7f8-b6b6-4bfe-b2a2-6a9fc406e1ad" providerId="ADAL" clId="{3DE15B2C-536A-4491-B40D-82F5B4F50A8D}" dt="2026-04-20T11:56:05.869" v="15"/>
        <pc:sldMkLst>
          <pc:docMk/>
          <pc:sldMk cId="2531755557" sldId="286"/>
        </pc:sldMkLst>
      </pc:sldChg>
      <pc:sldChg chg="add">
        <pc:chgData name="Florian Kattner HMU Potsdam" userId="b781a7f8-b6b6-4bfe-b2a2-6a9fc406e1ad" providerId="ADAL" clId="{3DE15B2C-536A-4491-B40D-82F5B4F50A8D}" dt="2026-04-20T11:55:58.541" v="13"/>
        <pc:sldMkLst>
          <pc:docMk/>
          <pc:sldMk cId="2471067168" sldId="287"/>
        </pc:sldMkLst>
      </pc:sldChg>
      <pc:sldChg chg="add">
        <pc:chgData name="Florian Kattner HMU Potsdam" userId="b781a7f8-b6b6-4bfe-b2a2-6a9fc406e1ad" providerId="ADAL" clId="{3DE15B2C-536A-4491-B40D-82F5B4F50A8D}" dt="2026-04-20T12:03:07.815" v="44"/>
        <pc:sldMkLst>
          <pc:docMk/>
          <pc:sldMk cId="636266786" sldId="288"/>
        </pc:sldMkLst>
      </pc:sldChg>
      <pc:sldChg chg="add">
        <pc:chgData name="Florian Kattner HMU Potsdam" userId="b781a7f8-b6b6-4bfe-b2a2-6a9fc406e1ad" providerId="ADAL" clId="{3DE15B2C-536A-4491-B40D-82F5B4F50A8D}" dt="2026-04-20T12:03:12.745" v="45"/>
        <pc:sldMkLst>
          <pc:docMk/>
          <pc:sldMk cId="2570570920" sldId="289"/>
        </pc:sldMkLst>
      </pc:sldChg>
      <pc:sldChg chg="add">
        <pc:chgData name="Florian Kattner HMU Potsdam" userId="b781a7f8-b6b6-4bfe-b2a2-6a9fc406e1ad" providerId="ADAL" clId="{3DE15B2C-536A-4491-B40D-82F5B4F50A8D}" dt="2026-04-20T12:03:19.678" v="46"/>
        <pc:sldMkLst>
          <pc:docMk/>
          <pc:sldMk cId="357771711" sldId="290"/>
        </pc:sldMkLst>
      </pc:sldChg>
      <pc:sldChg chg="add">
        <pc:chgData name="Florian Kattner HMU Potsdam" userId="b781a7f8-b6b6-4bfe-b2a2-6a9fc406e1ad" providerId="ADAL" clId="{3DE15B2C-536A-4491-B40D-82F5B4F50A8D}" dt="2026-04-20T12:03:25.848" v="47"/>
        <pc:sldMkLst>
          <pc:docMk/>
          <pc:sldMk cId="3822526898" sldId="291"/>
        </pc:sldMkLst>
      </pc:sldChg>
      <pc:sldChg chg="add">
        <pc:chgData name="Florian Kattner HMU Potsdam" userId="b781a7f8-b6b6-4bfe-b2a2-6a9fc406e1ad" providerId="ADAL" clId="{3DE15B2C-536A-4491-B40D-82F5B4F50A8D}" dt="2026-04-20T12:03:33.234" v="48"/>
        <pc:sldMkLst>
          <pc:docMk/>
          <pc:sldMk cId="2015114443" sldId="292"/>
        </pc:sldMkLst>
      </pc:sldChg>
      <pc:sldChg chg="add">
        <pc:chgData name="Florian Kattner HMU Potsdam" userId="b781a7f8-b6b6-4bfe-b2a2-6a9fc406e1ad" providerId="ADAL" clId="{3DE15B2C-536A-4491-B40D-82F5B4F50A8D}" dt="2026-04-20T12:03:40.958" v="49"/>
        <pc:sldMkLst>
          <pc:docMk/>
          <pc:sldMk cId="976896503" sldId="293"/>
        </pc:sldMkLst>
      </pc:sldChg>
    </pc:docChg>
  </pc:docChgLst>
  <pc:docChgLst>
    <pc:chgData name="Florian Kattner HMU Potsdam" userId="b781a7f8-b6b6-4bfe-b2a2-6a9fc406e1ad" providerId="ADAL" clId="{07617DBD-06FC-4AB1-929F-5F6ABE19B9DC}"/>
    <pc:docChg chg="custSel modSld">
      <pc:chgData name="Florian Kattner HMU Potsdam" userId="b781a7f8-b6b6-4bfe-b2a2-6a9fc406e1ad" providerId="ADAL" clId="{07617DBD-06FC-4AB1-929F-5F6ABE19B9DC}" dt="2026-10-06T06:30:10.316" v="52"/>
      <pc:docMkLst>
        <pc:docMk/>
      </pc:docMkLst>
      <pc:sldChg chg="addSp modSp">
        <pc:chgData name="Florian Kattner HMU Potsdam" userId="b781a7f8-b6b6-4bfe-b2a2-6a9fc406e1ad" providerId="ADAL" clId="{07617DBD-06FC-4AB1-929F-5F6ABE19B9DC}" dt="2026-10-06T06:29:40.138" v="23"/>
        <pc:sldMkLst>
          <pc:docMk/>
          <pc:sldMk cId="3734412021" sldId="258"/>
        </pc:sldMkLst>
        <pc:spChg chg="add mod">
          <ac:chgData name="Florian Kattner HMU Potsdam" userId="b781a7f8-b6b6-4bfe-b2a2-6a9fc406e1ad" providerId="ADAL" clId="{07617DBD-06FC-4AB1-929F-5F6ABE19B9DC}" dt="2026-10-06T06:29:40.138" v="23"/>
          <ac:spMkLst>
            <pc:docMk/>
            <pc:sldMk cId="3734412021" sldId="258"/>
            <ac:spMk id="2" creationId="{E64E2035-CC71-BAD5-6632-CBF885D46989}"/>
          </ac:spMkLst>
        </pc:spChg>
      </pc:sldChg>
      <pc:sldChg chg="addSp delSp modSp mod">
        <pc:chgData name="Florian Kattner HMU Potsdam" userId="b781a7f8-b6b6-4bfe-b2a2-6a9fc406e1ad" providerId="ADAL" clId="{07617DBD-06FC-4AB1-929F-5F6ABE19B9DC}" dt="2026-10-06T06:29:37.637" v="21"/>
        <pc:sldMkLst>
          <pc:docMk/>
          <pc:sldMk cId="1841868252" sldId="259"/>
        </pc:sldMkLst>
        <pc:spChg chg="add del mod">
          <ac:chgData name="Florian Kattner HMU Potsdam" userId="b781a7f8-b6b6-4bfe-b2a2-6a9fc406e1ad" providerId="ADAL" clId="{07617DBD-06FC-4AB1-929F-5F6ABE19B9DC}" dt="2026-10-06T06:29:37.271" v="20" actId="478"/>
          <ac:spMkLst>
            <pc:docMk/>
            <pc:sldMk cId="1841868252" sldId="259"/>
            <ac:spMk id="2" creationId="{56401330-08FD-D309-59B9-4D42D48813D1}"/>
          </ac:spMkLst>
        </pc:spChg>
        <pc:spChg chg="add mod">
          <ac:chgData name="Florian Kattner HMU Potsdam" userId="b781a7f8-b6b6-4bfe-b2a2-6a9fc406e1ad" providerId="ADAL" clId="{07617DBD-06FC-4AB1-929F-5F6ABE19B9DC}" dt="2026-10-06T06:29:37.637" v="21"/>
          <ac:spMkLst>
            <pc:docMk/>
            <pc:sldMk cId="1841868252" sldId="259"/>
            <ac:spMk id="3" creationId="{971B47C8-2426-FB44-F2F5-CDCF0ED93F41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29:42.333" v="25"/>
        <pc:sldMkLst>
          <pc:docMk/>
          <pc:sldMk cId="935703201" sldId="260"/>
        </pc:sldMkLst>
        <pc:spChg chg="add mod">
          <ac:chgData name="Florian Kattner HMU Potsdam" userId="b781a7f8-b6b6-4bfe-b2a2-6a9fc406e1ad" providerId="ADAL" clId="{07617DBD-06FC-4AB1-929F-5F6ABE19B9DC}" dt="2026-10-06T06:29:42.333" v="25"/>
          <ac:spMkLst>
            <pc:docMk/>
            <pc:sldMk cId="935703201" sldId="260"/>
            <ac:spMk id="2" creationId="{138C6C8D-8161-BCE3-C106-E6CB7C399484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29:30.425" v="19"/>
        <pc:sldMkLst>
          <pc:docMk/>
          <pc:sldMk cId="2902259701" sldId="261"/>
        </pc:sldMkLst>
        <pc:spChg chg="add mod">
          <ac:chgData name="Florian Kattner HMU Potsdam" userId="b781a7f8-b6b6-4bfe-b2a2-6a9fc406e1ad" providerId="ADAL" clId="{07617DBD-06FC-4AB1-929F-5F6ABE19B9DC}" dt="2026-10-06T06:29:30.425" v="19"/>
          <ac:spMkLst>
            <pc:docMk/>
            <pc:sldMk cId="2902259701" sldId="261"/>
            <ac:spMk id="2" creationId="{5C60B34D-790A-FEAD-D7D4-41E5E7FDD170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29:52.549" v="30"/>
        <pc:sldMkLst>
          <pc:docMk/>
          <pc:sldMk cId="3063291070" sldId="262"/>
        </pc:sldMkLst>
        <pc:spChg chg="add mod">
          <ac:chgData name="Florian Kattner HMU Potsdam" userId="b781a7f8-b6b6-4bfe-b2a2-6a9fc406e1ad" providerId="ADAL" clId="{07617DBD-06FC-4AB1-929F-5F6ABE19B9DC}" dt="2026-10-06T06:29:52.549" v="30"/>
          <ac:spMkLst>
            <pc:docMk/>
            <pc:sldMk cId="3063291070" sldId="262"/>
            <ac:spMk id="2" creationId="{D2296B83-4A5D-7A32-44FC-53CF132EB98B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29:39.257" v="22"/>
        <pc:sldMkLst>
          <pc:docMk/>
          <pc:sldMk cId="3363516175" sldId="263"/>
        </pc:sldMkLst>
        <pc:spChg chg="add mod">
          <ac:chgData name="Florian Kattner HMU Potsdam" userId="b781a7f8-b6b6-4bfe-b2a2-6a9fc406e1ad" providerId="ADAL" clId="{07617DBD-06FC-4AB1-929F-5F6ABE19B9DC}" dt="2026-10-06T06:29:39.257" v="22"/>
          <ac:spMkLst>
            <pc:docMk/>
            <pc:sldMk cId="3363516175" sldId="263"/>
            <ac:spMk id="2" creationId="{BAB68F37-54A3-D930-D3A0-08D615997685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29:40.965" v="24"/>
        <pc:sldMkLst>
          <pc:docMk/>
          <pc:sldMk cId="217500498" sldId="264"/>
        </pc:sldMkLst>
        <pc:spChg chg="add mod">
          <ac:chgData name="Florian Kattner HMU Potsdam" userId="b781a7f8-b6b6-4bfe-b2a2-6a9fc406e1ad" providerId="ADAL" clId="{07617DBD-06FC-4AB1-929F-5F6ABE19B9DC}" dt="2026-10-06T06:29:40.965" v="24"/>
          <ac:spMkLst>
            <pc:docMk/>
            <pc:sldMk cId="217500498" sldId="264"/>
            <ac:spMk id="2" creationId="{BE035081-F671-4527-DE48-B4CAF486FA88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29:43.147" v="26"/>
        <pc:sldMkLst>
          <pc:docMk/>
          <pc:sldMk cId="3149514930" sldId="265"/>
        </pc:sldMkLst>
        <pc:spChg chg="add mod">
          <ac:chgData name="Florian Kattner HMU Potsdam" userId="b781a7f8-b6b6-4bfe-b2a2-6a9fc406e1ad" providerId="ADAL" clId="{07617DBD-06FC-4AB1-929F-5F6ABE19B9DC}" dt="2026-10-06T06:29:43.147" v="26"/>
          <ac:spMkLst>
            <pc:docMk/>
            <pc:sldMk cId="3149514930" sldId="265"/>
            <ac:spMk id="2" creationId="{564E2ADB-0798-587F-2EC5-B407DC75B35A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29:43.968" v="27"/>
        <pc:sldMkLst>
          <pc:docMk/>
          <pc:sldMk cId="2384650500" sldId="267"/>
        </pc:sldMkLst>
        <pc:spChg chg="add mod">
          <ac:chgData name="Florian Kattner HMU Potsdam" userId="b781a7f8-b6b6-4bfe-b2a2-6a9fc406e1ad" providerId="ADAL" clId="{07617DBD-06FC-4AB1-929F-5F6ABE19B9DC}" dt="2026-10-06T06:29:43.968" v="27"/>
          <ac:spMkLst>
            <pc:docMk/>
            <pc:sldMk cId="2384650500" sldId="267"/>
            <ac:spMk id="2" creationId="{13637DB8-8FC1-7341-2205-C79414953FB2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29:44.812" v="28"/>
        <pc:sldMkLst>
          <pc:docMk/>
          <pc:sldMk cId="171703210" sldId="269"/>
        </pc:sldMkLst>
        <pc:spChg chg="add mod">
          <ac:chgData name="Florian Kattner HMU Potsdam" userId="b781a7f8-b6b6-4bfe-b2a2-6a9fc406e1ad" providerId="ADAL" clId="{07617DBD-06FC-4AB1-929F-5F6ABE19B9DC}" dt="2026-10-06T06:29:44.812" v="28"/>
          <ac:spMkLst>
            <pc:docMk/>
            <pc:sldMk cId="171703210" sldId="269"/>
            <ac:spMk id="2" creationId="{273FFB7E-EC4D-3C6B-BACA-15F29756A734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29:51.669" v="29"/>
        <pc:sldMkLst>
          <pc:docMk/>
          <pc:sldMk cId="325823577" sldId="270"/>
        </pc:sldMkLst>
        <pc:spChg chg="add mod">
          <ac:chgData name="Florian Kattner HMU Potsdam" userId="b781a7f8-b6b6-4bfe-b2a2-6a9fc406e1ad" providerId="ADAL" clId="{07617DBD-06FC-4AB1-929F-5F6ABE19B9DC}" dt="2026-10-06T06:29:51.669" v="29"/>
          <ac:spMkLst>
            <pc:docMk/>
            <pc:sldMk cId="325823577" sldId="270"/>
            <ac:spMk id="2" creationId="{4A88168C-487C-8101-CD53-F95D5EA9081D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29:54.110" v="32"/>
        <pc:sldMkLst>
          <pc:docMk/>
          <pc:sldMk cId="1649348587" sldId="271"/>
        </pc:sldMkLst>
        <pc:spChg chg="add mod">
          <ac:chgData name="Florian Kattner HMU Potsdam" userId="b781a7f8-b6b6-4bfe-b2a2-6a9fc406e1ad" providerId="ADAL" clId="{07617DBD-06FC-4AB1-929F-5F6ABE19B9DC}" dt="2026-10-06T06:29:54.110" v="32"/>
          <ac:spMkLst>
            <pc:docMk/>
            <pc:sldMk cId="1649348587" sldId="271"/>
            <ac:spMk id="2" creationId="{1D8ABECF-2211-0968-B3B3-824179B36A13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29:53.373" v="31"/>
        <pc:sldMkLst>
          <pc:docMk/>
          <pc:sldMk cId="1557170403" sldId="272"/>
        </pc:sldMkLst>
        <pc:spChg chg="add mod">
          <ac:chgData name="Florian Kattner HMU Potsdam" userId="b781a7f8-b6b6-4bfe-b2a2-6a9fc406e1ad" providerId="ADAL" clId="{07617DBD-06FC-4AB1-929F-5F6ABE19B9DC}" dt="2026-10-06T06:29:53.373" v="31"/>
          <ac:spMkLst>
            <pc:docMk/>
            <pc:sldMk cId="1557170403" sldId="272"/>
            <ac:spMk id="2" creationId="{62D77FB7-4953-038A-CAA6-4C0CCB828073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29:55.267" v="33"/>
        <pc:sldMkLst>
          <pc:docMk/>
          <pc:sldMk cId="3449909443" sldId="273"/>
        </pc:sldMkLst>
        <pc:spChg chg="add mod">
          <ac:chgData name="Florian Kattner HMU Potsdam" userId="b781a7f8-b6b6-4bfe-b2a2-6a9fc406e1ad" providerId="ADAL" clId="{07617DBD-06FC-4AB1-929F-5F6ABE19B9DC}" dt="2026-10-06T06:29:55.267" v="33"/>
          <ac:spMkLst>
            <pc:docMk/>
            <pc:sldMk cId="3449909443" sldId="273"/>
            <ac:spMk id="2" creationId="{C81E5239-1157-4BA6-04F0-AB9E97B78D6F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29:56.037" v="34"/>
        <pc:sldMkLst>
          <pc:docMk/>
          <pc:sldMk cId="4204426100" sldId="275"/>
        </pc:sldMkLst>
        <pc:spChg chg="add mod">
          <ac:chgData name="Florian Kattner HMU Potsdam" userId="b781a7f8-b6b6-4bfe-b2a2-6a9fc406e1ad" providerId="ADAL" clId="{07617DBD-06FC-4AB1-929F-5F6ABE19B9DC}" dt="2026-10-06T06:29:56.037" v="34"/>
          <ac:spMkLst>
            <pc:docMk/>
            <pc:sldMk cId="4204426100" sldId="275"/>
            <ac:spMk id="2" creationId="{E188D8FD-A35E-F162-FA56-A6E6D1D9C739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29:56.773" v="35"/>
        <pc:sldMkLst>
          <pc:docMk/>
          <pc:sldMk cId="1401187810" sldId="276"/>
        </pc:sldMkLst>
        <pc:spChg chg="add mod">
          <ac:chgData name="Florian Kattner HMU Potsdam" userId="b781a7f8-b6b6-4bfe-b2a2-6a9fc406e1ad" providerId="ADAL" clId="{07617DBD-06FC-4AB1-929F-5F6ABE19B9DC}" dt="2026-10-06T06:29:56.773" v="35"/>
          <ac:spMkLst>
            <pc:docMk/>
            <pc:sldMk cId="1401187810" sldId="276"/>
            <ac:spMk id="2" creationId="{0A703D22-309F-DB6D-641A-6586939F9FEC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29:57.430" v="36"/>
        <pc:sldMkLst>
          <pc:docMk/>
          <pc:sldMk cId="3212974201" sldId="277"/>
        </pc:sldMkLst>
        <pc:spChg chg="add mod">
          <ac:chgData name="Florian Kattner HMU Potsdam" userId="b781a7f8-b6b6-4bfe-b2a2-6a9fc406e1ad" providerId="ADAL" clId="{07617DBD-06FC-4AB1-929F-5F6ABE19B9DC}" dt="2026-10-06T06:29:57.430" v="36"/>
          <ac:spMkLst>
            <pc:docMk/>
            <pc:sldMk cId="3212974201" sldId="277"/>
            <ac:spMk id="2" creationId="{51747E33-3420-3164-C3DF-58914D4B1161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29:58.541" v="38"/>
        <pc:sldMkLst>
          <pc:docMk/>
          <pc:sldMk cId="952047407" sldId="278"/>
        </pc:sldMkLst>
        <pc:spChg chg="add mod">
          <ac:chgData name="Florian Kattner HMU Potsdam" userId="b781a7f8-b6b6-4bfe-b2a2-6a9fc406e1ad" providerId="ADAL" clId="{07617DBD-06FC-4AB1-929F-5F6ABE19B9DC}" dt="2026-10-06T06:29:58.541" v="38"/>
          <ac:spMkLst>
            <pc:docMk/>
            <pc:sldMk cId="952047407" sldId="278"/>
            <ac:spMk id="2" creationId="{599BB392-520B-E1B8-EF76-8C8B822F65FA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29:59.173" v="39"/>
        <pc:sldMkLst>
          <pc:docMk/>
          <pc:sldMk cId="544431349" sldId="279"/>
        </pc:sldMkLst>
        <pc:spChg chg="add mod">
          <ac:chgData name="Florian Kattner HMU Potsdam" userId="b781a7f8-b6b6-4bfe-b2a2-6a9fc406e1ad" providerId="ADAL" clId="{07617DBD-06FC-4AB1-929F-5F6ABE19B9DC}" dt="2026-10-06T06:29:59.173" v="39"/>
          <ac:spMkLst>
            <pc:docMk/>
            <pc:sldMk cId="544431349" sldId="279"/>
            <ac:spMk id="2" creationId="{37D9A45E-67FC-72FF-650F-7232A4E4A09F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29:58.006" v="37"/>
        <pc:sldMkLst>
          <pc:docMk/>
          <pc:sldMk cId="11482510" sldId="280"/>
        </pc:sldMkLst>
        <pc:spChg chg="add mod">
          <ac:chgData name="Florian Kattner HMU Potsdam" userId="b781a7f8-b6b6-4bfe-b2a2-6a9fc406e1ad" providerId="ADAL" clId="{07617DBD-06FC-4AB1-929F-5F6ABE19B9DC}" dt="2026-10-06T06:29:58.006" v="37"/>
          <ac:spMkLst>
            <pc:docMk/>
            <pc:sldMk cId="11482510" sldId="280"/>
            <ac:spMk id="2" creationId="{C123B933-24FE-E94D-DFF4-2C57D56157A3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30:02.976" v="42"/>
        <pc:sldMkLst>
          <pc:docMk/>
          <pc:sldMk cId="3599209834" sldId="281"/>
        </pc:sldMkLst>
        <pc:spChg chg="add mod">
          <ac:chgData name="Florian Kattner HMU Potsdam" userId="b781a7f8-b6b6-4bfe-b2a2-6a9fc406e1ad" providerId="ADAL" clId="{07617DBD-06FC-4AB1-929F-5F6ABE19B9DC}" dt="2026-10-06T06:30:02.976" v="42"/>
          <ac:spMkLst>
            <pc:docMk/>
            <pc:sldMk cId="3599209834" sldId="281"/>
            <ac:spMk id="2" creationId="{73DB2C7C-8FBF-720C-DA5E-DC97ED0AB08E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30:03.758" v="43"/>
        <pc:sldMkLst>
          <pc:docMk/>
          <pc:sldMk cId="1028671814" sldId="282"/>
        </pc:sldMkLst>
        <pc:spChg chg="add mod">
          <ac:chgData name="Florian Kattner HMU Potsdam" userId="b781a7f8-b6b6-4bfe-b2a2-6a9fc406e1ad" providerId="ADAL" clId="{07617DBD-06FC-4AB1-929F-5F6ABE19B9DC}" dt="2026-10-06T06:30:03.758" v="43"/>
          <ac:spMkLst>
            <pc:docMk/>
            <pc:sldMk cId="1028671814" sldId="282"/>
            <ac:spMk id="2" creationId="{3E8199AE-86D6-25D6-9CF4-24D647F86FED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30:00.060" v="40"/>
        <pc:sldMkLst>
          <pc:docMk/>
          <pc:sldMk cId="537062801" sldId="283"/>
        </pc:sldMkLst>
        <pc:spChg chg="add mod">
          <ac:chgData name="Florian Kattner HMU Potsdam" userId="b781a7f8-b6b6-4bfe-b2a2-6a9fc406e1ad" providerId="ADAL" clId="{07617DBD-06FC-4AB1-929F-5F6ABE19B9DC}" dt="2026-10-06T06:30:00.060" v="40"/>
          <ac:spMkLst>
            <pc:docMk/>
            <pc:sldMk cId="537062801" sldId="283"/>
            <ac:spMk id="2" creationId="{501922AD-6803-47B9-337E-3A0D9A87A4F5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30:02.045" v="41"/>
        <pc:sldMkLst>
          <pc:docMk/>
          <pc:sldMk cId="1243896534" sldId="284"/>
        </pc:sldMkLst>
        <pc:spChg chg="add mod">
          <ac:chgData name="Florian Kattner HMU Potsdam" userId="b781a7f8-b6b6-4bfe-b2a2-6a9fc406e1ad" providerId="ADAL" clId="{07617DBD-06FC-4AB1-929F-5F6ABE19B9DC}" dt="2026-10-06T06:30:02.045" v="41"/>
          <ac:spMkLst>
            <pc:docMk/>
            <pc:sldMk cId="1243896534" sldId="284"/>
            <ac:spMk id="2" creationId="{9A6853AF-EB41-37EB-C45D-3681CA0B1578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30:05.303" v="45"/>
        <pc:sldMkLst>
          <pc:docMk/>
          <pc:sldMk cId="219460526" sldId="285"/>
        </pc:sldMkLst>
        <pc:spChg chg="add mod">
          <ac:chgData name="Florian Kattner HMU Potsdam" userId="b781a7f8-b6b6-4bfe-b2a2-6a9fc406e1ad" providerId="ADAL" clId="{07617DBD-06FC-4AB1-929F-5F6ABE19B9DC}" dt="2026-10-06T06:30:05.303" v="45"/>
          <ac:spMkLst>
            <pc:docMk/>
            <pc:sldMk cId="219460526" sldId="285"/>
            <ac:spMk id="2" creationId="{AA1A652F-6BF7-F782-EE86-9E5612FD236E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30:04.571" v="44"/>
        <pc:sldMkLst>
          <pc:docMk/>
          <pc:sldMk cId="2531755557" sldId="286"/>
        </pc:sldMkLst>
        <pc:spChg chg="add mod">
          <ac:chgData name="Florian Kattner HMU Potsdam" userId="b781a7f8-b6b6-4bfe-b2a2-6a9fc406e1ad" providerId="ADAL" clId="{07617DBD-06FC-4AB1-929F-5F6ABE19B9DC}" dt="2026-10-06T06:30:04.571" v="44"/>
          <ac:spMkLst>
            <pc:docMk/>
            <pc:sldMk cId="2531755557" sldId="286"/>
            <ac:spMk id="2" creationId="{2A4D2E01-85C3-EDBC-9C3D-B213A6149C66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30:06.045" v="46"/>
        <pc:sldMkLst>
          <pc:docMk/>
          <pc:sldMk cId="2471067168" sldId="287"/>
        </pc:sldMkLst>
        <pc:spChg chg="add mod">
          <ac:chgData name="Florian Kattner HMU Potsdam" userId="b781a7f8-b6b6-4bfe-b2a2-6a9fc406e1ad" providerId="ADAL" clId="{07617DBD-06FC-4AB1-929F-5F6ABE19B9DC}" dt="2026-10-06T06:30:06.045" v="46"/>
          <ac:spMkLst>
            <pc:docMk/>
            <pc:sldMk cId="2471067168" sldId="287"/>
            <ac:spMk id="2" creationId="{1B10FC15-F9CA-A816-50AD-073AF78B6105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30:06.766" v="47"/>
        <pc:sldMkLst>
          <pc:docMk/>
          <pc:sldMk cId="636266786" sldId="288"/>
        </pc:sldMkLst>
        <pc:spChg chg="add mod">
          <ac:chgData name="Florian Kattner HMU Potsdam" userId="b781a7f8-b6b6-4bfe-b2a2-6a9fc406e1ad" providerId="ADAL" clId="{07617DBD-06FC-4AB1-929F-5F6ABE19B9DC}" dt="2026-10-06T06:30:06.766" v="47"/>
          <ac:spMkLst>
            <pc:docMk/>
            <pc:sldMk cId="636266786" sldId="288"/>
            <ac:spMk id="2" creationId="{EFDED20D-F1D3-DEAF-F46B-BAD11C69F1DA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30:07.445" v="48"/>
        <pc:sldMkLst>
          <pc:docMk/>
          <pc:sldMk cId="2570570920" sldId="289"/>
        </pc:sldMkLst>
        <pc:spChg chg="add mod">
          <ac:chgData name="Florian Kattner HMU Potsdam" userId="b781a7f8-b6b6-4bfe-b2a2-6a9fc406e1ad" providerId="ADAL" clId="{07617DBD-06FC-4AB1-929F-5F6ABE19B9DC}" dt="2026-10-06T06:30:07.445" v="48"/>
          <ac:spMkLst>
            <pc:docMk/>
            <pc:sldMk cId="2570570920" sldId="289"/>
            <ac:spMk id="2" creationId="{CD45CE1C-33F4-37C0-39F3-94EF47053498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30:08.181" v="49"/>
        <pc:sldMkLst>
          <pc:docMk/>
          <pc:sldMk cId="357771711" sldId="290"/>
        </pc:sldMkLst>
        <pc:spChg chg="add mod">
          <ac:chgData name="Florian Kattner HMU Potsdam" userId="b781a7f8-b6b6-4bfe-b2a2-6a9fc406e1ad" providerId="ADAL" clId="{07617DBD-06FC-4AB1-929F-5F6ABE19B9DC}" dt="2026-10-06T06:30:08.181" v="49"/>
          <ac:spMkLst>
            <pc:docMk/>
            <pc:sldMk cId="357771711" sldId="290"/>
            <ac:spMk id="2" creationId="{6958A1D3-EF84-0361-3352-577BC5FB826A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30:08.917" v="50"/>
        <pc:sldMkLst>
          <pc:docMk/>
          <pc:sldMk cId="3822526898" sldId="291"/>
        </pc:sldMkLst>
        <pc:spChg chg="add mod">
          <ac:chgData name="Florian Kattner HMU Potsdam" userId="b781a7f8-b6b6-4bfe-b2a2-6a9fc406e1ad" providerId="ADAL" clId="{07617DBD-06FC-4AB1-929F-5F6ABE19B9DC}" dt="2026-10-06T06:30:08.917" v="50"/>
          <ac:spMkLst>
            <pc:docMk/>
            <pc:sldMk cId="3822526898" sldId="291"/>
            <ac:spMk id="2" creationId="{27473632-79A0-6D33-909D-B6483F523D57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30:09.637" v="51"/>
        <pc:sldMkLst>
          <pc:docMk/>
          <pc:sldMk cId="2015114443" sldId="292"/>
        </pc:sldMkLst>
        <pc:spChg chg="add mod">
          <ac:chgData name="Florian Kattner HMU Potsdam" userId="b781a7f8-b6b6-4bfe-b2a2-6a9fc406e1ad" providerId="ADAL" clId="{07617DBD-06FC-4AB1-929F-5F6ABE19B9DC}" dt="2026-10-06T06:30:09.637" v="51"/>
          <ac:spMkLst>
            <pc:docMk/>
            <pc:sldMk cId="2015114443" sldId="292"/>
            <ac:spMk id="2" creationId="{C598CB74-96CB-790B-923C-AE55DA82BF2C}"/>
          </ac:spMkLst>
        </pc:spChg>
      </pc:sldChg>
      <pc:sldChg chg="addSp modSp">
        <pc:chgData name="Florian Kattner HMU Potsdam" userId="b781a7f8-b6b6-4bfe-b2a2-6a9fc406e1ad" providerId="ADAL" clId="{07617DBD-06FC-4AB1-929F-5F6ABE19B9DC}" dt="2026-10-06T06:30:10.316" v="52"/>
        <pc:sldMkLst>
          <pc:docMk/>
          <pc:sldMk cId="976896503" sldId="293"/>
        </pc:sldMkLst>
        <pc:spChg chg="add mod">
          <ac:chgData name="Florian Kattner HMU Potsdam" userId="b781a7f8-b6b6-4bfe-b2a2-6a9fc406e1ad" providerId="ADAL" clId="{07617DBD-06FC-4AB1-929F-5F6ABE19B9DC}" dt="2026-10-06T06:30:10.316" v="52"/>
          <ac:spMkLst>
            <pc:docMk/>
            <pc:sldMk cId="976896503" sldId="293"/>
            <ac:spMk id="2" creationId="{2E027635-8A40-5D27-8BA1-09A489B7C8D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57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5363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527050" y="685800"/>
            <a:ext cx="58039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14413" y="4343400"/>
            <a:ext cx="47148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021388" y="8675688"/>
            <a:ext cx="547687" cy="31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900"/>
            </a:lvl1pPr>
          </a:lstStyle>
          <a:p>
            <a:pPr>
              <a:defRPr/>
            </a:pPr>
            <a:fld id="{8AFA1584-6CD1-4DB5-988B-F58F785FE0A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17414" name="Rectangle 8"/>
          <p:cNvSpPr>
            <a:spLocks noChangeArrowheads="1"/>
          </p:cNvSpPr>
          <p:nvPr/>
        </p:nvSpPr>
        <p:spPr bwMode="auto">
          <a:xfrm>
            <a:off x="66675" y="8796338"/>
            <a:ext cx="6837363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de-DE" altLang="de-DE" sz="900"/>
              <a:t>BITKOM – Bundesverband Informationswirtschaft, Telekommunikation und neue Medien e.V.</a:t>
            </a:r>
          </a:p>
        </p:txBody>
      </p:sp>
      <p:sp>
        <p:nvSpPr>
          <p:cNvPr id="15367" name="Line 9"/>
          <p:cNvSpPr>
            <a:spLocks noChangeShapeType="1"/>
          </p:cNvSpPr>
          <p:nvPr/>
        </p:nvSpPr>
        <p:spPr bwMode="auto">
          <a:xfrm>
            <a:off x="0" y="8675688"/>
            <a:ext cx="6858000" cy="0"/>
          </a:xfrm>
          <a:prstGeom prst="line">
            <a:avLst/>
          </a:prstGeom>
          <a:noFill/>
          <a:ln w="19050">
            <a:solidFill>
              <a:srgbClr val="00426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180975" indent="-180975" algn="l" rtl="0" eaLnBrk="0" fontAlgn="base" hangingPunct="0">
      <a:spcBef>
        <a:spcPct val="30000"/>
      </a:spcBef>
      <a:spcAft>
        <a:spcPct val="0"/>
      </a:spcAft>
      <a:buSzPct val="80000"/>
      <a:buFont typeface="Wingdings" panose="05000000000000000000" pitchFamily="2" charset="2"/>
      <a:buChar char="n"/>
      <a:defRPr sz="1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542925" indent="-182563" algn="l" rtl="0" eaLnBrk="0" fontAlgn="base" hangingPunct="0">
      <a:spcBef>
        <a:spcPct val="30000"/>
      </a:spcBef>
      <a:spcAft>
        <a:spcPct val="0"/>
      </a:spcAft>
      <a:buClr>
        <a:srgbClr val="B3B3B3"/>
      </a:buClr>
      <a:buSzPct val="80000"/>
      <a:buFont typeface="Wingdings" panose="05000000000000000000" pitchFamily="2" charset="2"/>
      <a:buChar char="n"/>
      <a:defRPr sz="10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indent="-192088" algn="l" rtl="0" eaLnBrk="0" fontAlgn="base" hangingPunct="0">
      <a:spcBef>
        <a:spcPct val="30000"/>
      </a:spcBef>
      <a:spcAft>
        <a:spcPct val="0"/>
      </a:spcAft>
      <a:buClr>
        <a:srgbClr val="C6C6C6"/>
      </a:buClr>
      <a:buSzPct val="80000"/>
      <a:buFont typeface="Wingdings" panose="05000000000000000000" pitchFamily="2" charset="2"/>
      <a:buChar char="n"/>
      <a:defRPr sz="10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B=10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418407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B=8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26683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B=6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3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061440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B=11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61747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B=10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5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74899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B=9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6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283634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B=11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7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1856100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B=9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8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40173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B=7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9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09661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B=10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10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019685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B=7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11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0024842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B=8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12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9712902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B=11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13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6322677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B=9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14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201596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B=7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15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4684492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B=6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16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2629325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B=10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17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962978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B=11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18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313303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B=6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19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265745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B=8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20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471420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B=9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21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2038114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B=11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22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2573413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B=8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23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1985736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B=7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24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600466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B=10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25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2209615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B=6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26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7574791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B=9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27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6338722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B=7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28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6425422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B=6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29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7785517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B=9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30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4697991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B=10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31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955469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B=8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32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1825795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B=11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33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0266183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B=7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34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138748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e 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5181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Diagramm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65213" y="2416175"/>
            <a:ext cx="6376987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065213" y="3494088"/>
            <a:ext cx="6376987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581E90-0E8C-4E44-AB18-1251F8C5F609}" type="slidenum">
              <a:rPr lang="de-DE" altLang="de-DE"/>
              <a:pPr>
                <a:defRPr/>
              </a:pPr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747079050"/>
      </p:ext>
    </p:extLst>
  </p:cSld>
  <p:clrMapOvr>
    <a:masterClrMapping/>
  </p:clrMapOvr>
  <p:transition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065213" y="2416175"/>
            <a:ext cx="6376987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/>
          </a:p>
        </p:txBody>
      </p:sp>
      <p:pic>
        <p:nvPicPr>
          <p:cNvPr id="6" name="Bild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213" y="52388"/>
            <a:ext cx="145415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6756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5213" y="1557503"/>
            <a:ext cx="6695075" cy="660708"/>
          </a:xfrm>
          <a:prstGeom prst="rect">
            <a:avLst/>
          </a:prstGeom>
        </p:spPr>
        <p:txBody>
          <a:bodyPr bIns="0"/>
          <a:lstStyle>
            <a:lvl1pPr marL="0" indent="0" algn="l">
              <a:lnSpc>
                <a:spcPct val="100000"/>
              </a:lnSpc>
              <a:buFont typeface="Wingdings" pitchFamily="2" charset="2"/>
              <a:buNone/>
              <a:defRPr sz="1400" baseline="0">
                <a:solidFill>
                  <a:srgbClr val="80808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8" name="Titel 2"/>
          <p:cNvSpPr>
            <a:spLocks noGrp="1"/>
          </p:cNvSpPr>
          <p:nvPr>
            <p:ph type="ctrTitle" sz="quarter" idx="4294967295"/>
          </p:nvPr>
        </p:nvSpPr>
        <p:spPr bwMode="auto">
          <a:xfrm>
            <a:off x="1065213" y="1129212"/>
            <a:ext cx="6696075" cy="73145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algn="l">
              <a:defRPr b="1" i="0">
                <a:solidFill>
                  <a:srgbClr val="80808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7424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519" r:id="rId1"/>
    <p:sldLayoutId id="2147484533" r:id="rId2"/>
    <p:sldLayoutId id="2147484520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971B47C8-2426-FB44-F2F5-CDCF0ED93F41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868252"/>
      </p:ext>
    </p:extLst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5C60B34D-790A-FEAD-D7D4-41E5E7FDD170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259701"/>
      </p:ext>
    </p:extLst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BAB68F37-54A3-D930-D3A0-08D615997685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516175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E64E2035-CC71-BAD5-6632-CBF885D46989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412021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BE035081-F671-4527-DE48-B4CAF486FA88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00498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138C6C8D-8161-BCE3-C106-E6CB7C399484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6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703201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564E2ADB-0798-587F-2EC5-B407DC75B35A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7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514930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13637DB8-8FC1-7341-2205-C79414953FB2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8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650500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273FFB7E-EC4D-3C6B-BACA-15F29756A734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9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03210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4A88168C-487C-8101-CD53-F95D5EA9081D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10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23577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D2296B83-4A5D-7A32-44FC-53CF132EB98B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11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291070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62D77FB7-4953-038A-CAA6-4C0CCB828073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12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170403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1D8ABECF-2211-0968-B3B3-824179B36A13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13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348587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C81E5239-1157-4BA6-04F0-AB9E97B78D6F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14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909443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E188D8FD-A35E-F162-FA56-A6E6D1D9C739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15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426100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830175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0A703D22-309F-DB6D-641A-6586939F9FEC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17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187810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51747E33-3420-3164-C3DF-58914D4B1161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18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974201"/>
      </p:ext>
    </p:extLst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C123B933-24FE-E94D-DFF4-2C57D56157A3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19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2510"/>
      </p:ext>
    </p:extLst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599BB392-520B-E1B8-EF76-8C8B822F65FA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047407"/>
      </p:ext>
    </p:extLst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37D9A45E-67FC-72FF-650F-7232A4E4A09F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21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431349"/>
      </p:ext>
    </p:extLst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501922AD-6803-47B9-337E-3A0D9A87A4F5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22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062801"/>
      </p:ext>
    </p:extLst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9A6853AF-EB41-37EB-C45D-3681CA0B1578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23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896534"/>
      </p:ext>
    </p:extLst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73DB2C7C-8FBF-720C-DA5E-DC97ED0AB08E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24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209834"/>
      </p:ext>
    </p:extLst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3E8199AE-86D6-25D6-9CF4-24D647F86FED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25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671814"/>
      </p:ext>
    </p:extLst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2A4D2E01-85C3-EDBC-9C3D-B213A6149C66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26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755557"/>
      </p:ext>
    </p:extLst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AA1A652F-6BF7-F782-EE86-9E5612FD236E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27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60526"/>
      </p:ext>
    </p:extLst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1B10FC15-F9CA-A816-50AD-073AF78B6105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28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067168"/>
      </p:ext>
    </p:extLst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EFDED20D-F1D3-DEAF-F46B-BAD11C69F1DA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29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266786"/>
      </p:ext>
    </p:extLst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CD45CE1C-33F4-37C0-39F3-94EF47053498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30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570920"/>
      </p:ext>
    </p:extLst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6958A1D3-EF84-0361-3352-577BC5FB826A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31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71711"/>
      </p:ext>
    </p:extLst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27473632-79A0-6D33-909D-B6483F523D57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32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526898"/>
      </p:ext>
    </p:extLst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C598CB74-96CB-790B-923C-AE55DA82BF2C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33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114443"/>
      </p:ext>
    </p:extLst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4337"/>
            <a:ext cx="4572000" cy="4572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2E027635-8A40-5D27-8BA1-09A489B7C8DE}"/>
              </a:ext>
            </a:extLst>
          </p:cNvPr>
          <p:cNvSpPr txBox="1"/>
          <p:nvPr/>
        </p:nvSpPr>
        <p:spPr>
          <a:xfrm>
            <a:off x="0" y="0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Durchgang </a:t>
            </a:r>
            <a:fld id="{F6753D12-211B-4EF5-AA64-00216E01E36B}" type="slidenum">
              <a:rPr lang="de-DE" sz="1600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34</a:t>
            </a:fld>
            <a:endParaRPr lang="de-DE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896503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Leere Seite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338</Words>
  <Application>Microsoft Office PowerPoint</Application>
  <PresentationFormat>Benutzerdefiniert</PresentationFormat>
  <Paragraphs>101</Paragraphs>
  <Slides>34</Slides>
  <Notes>34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34</vt:i4>
      </vt:variant>
    </vt:vector>
  </HeadingPairs>
  <TitlesOfParts>
    <vt:vector size="40" baseType="lpstr">
      <vt:lpstr>Arial</vt:lpstr>
      <vt:lpstr>Calibri</vt:lpstr>
      <vt:lpstr>Calibri Light</vt:lpstr>
      <vt:lpstr>Lato</vt:lpstr>
      <vt:lpstr>Wingdings</vt:lpstr>
      <vt:lpstr>Leere Seite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BITKOM Startdatei</dc:title>
  <dc:creator>Nicola Sernow BSP Berlin Potsdam</dc:creator>
  <cp:lastModifiedBy>Florian Kattner HMU Potsdam</cp:lastModifiedBy>
  <cp:revision>265</cp:revision>
  <dcterms:created xsi:type="dcterms:W3CDTF">2007-11-11T17:44:30Z</dcterms:created>
  <dcterms:modified xsi:type="dcterms:W3CDTF">2026-10-06T06:30:12Z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ategorie">
    <vt:lpwstr>BITKOM Vorlagen</vt:lpwstr>
  </property>
  <property fmtid="{D5CDD505-2E9C-101B-9397-08002B2CF9AE}" pid="3" name="ContentType">
    <vt:lpwstr>Dokument</vt:lpwstr>
  </property>
  <property fmtid="{D5CDD505-2E9C-101B-9397-08002B2CF9AE}" pid="4" name="zugeordnete Ressource">
    <vt:lpwstr/>
  </property>
  <property fmtid="{D5CDD505-2E9C-101B-9397-08002B2CF9AE}" pid="5" name="zugeordnetes Managementsystem">
    <vt:lpwstr/>
  </property>
</Properties>
</file>