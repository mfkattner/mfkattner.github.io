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05" r:id="rId1"/>
  </p:sldMasterIdLst>
  <p:notesMasterIdLst>
    <p:notesMasterId r:id="rId33"/>
  </p:notesMasterIdLst>
  <p:handoutMasterIdLst>
    <p:handoutMasterId r:id="rId34"/>
  </p:handoutMasterIdLst>
  <p:sldIdLst>
    <p:sldId id="284" r:id="rId2"/>
    <p:sldId id="287" r:id="rId3"/>
    <p:sldId id="286" r:id="rId4"/>
    <p:sldId id="291" r:id="rId5"/>
    <p:sldId id="285" r:id="rId6"/>
    <p:sldId id="266" r:id="rId7"/>
    <p:sldId id="288" r:id="rId8"/>
    <p:sldId id="289" r:id="rId9"/>
    <p:sldId id="283" r:id="rId10"/>
    <p:sldId id="290" r:id="rId11"/>
    <p:sldId id="292" r:id="rId12"/>
    <p:sldId id="294" r:id="rId13"/>
    <p:sldId id="293" r:id="rId14"/>
    <p:sldId id="296" r:id="rId15"/>
    <p:sldId id="295" r:id="rId16"/>
    <p:sldId id="297" r:id="rId17"/>
    <p:sldId id="301" r:id="rId18"/>
    <p:sldId id="298" r:id="rId19"/>
    <p:sldId id="299" r:id="rId20"/>
    <p:sldId id="300" r:id="rId21"/>
    <p:sldId id="302" r:id="rId22"/>
    <p:sldId id="303" r:id="rId23"/>
    <p:sldId id="304" r:id="rId24"/>
    <p:sldId id="305" r:id="rId25"/>
    <p:sldId id="306" r:id="rId26"/>
    <p:sldId id="307" r:id="rId27"/>
    <p:sldId id="310" r:id="rId28"/>
    <p:sldId id="308" r:id="rId29"/>
    <p:sldId id="309" r:id="rId30"/>
    <p:sldId id="311" r:id="rId31"/>
    <p:sldId id="312" r:id="rId32"/>
  </p:sldIdLst>
  <p:sldSz cx="9144000" cy="5400675"/>
  <p:notesSz cx="6858000" cy="9144000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9">
          <p15:clr>
            <a:srgbClr val="A4A3A4"/>
          </p15:clr>
        </p15:guide>
        <p15:guide id="2" orient="horz" pos="3198">
          <p15:clr>
            <a:srgbClr val="A4A3A4"/>
          </p15:clr>
        </p15:guide>
        <p15:guide id="3" orient="horz" pos="748">
          <p15:clr>
            <a:srgbClr val="A4A3A4"/>
          </p15:clr>
        </p15:guide>
        <p15:guide id="4" orient="horz" pos="3062">
          <p15:clr>
            <a:srgbClr val="A4A3A4"/>
          </p15:clr>
        </p15:guide>
        <p15:guide id="5" orient="horz" pos="1792">
          <p15:clr>
            <a:srgbClr val="A4A3A4"/>
          </p15:clr>
        </p15:guide>
        <p15:guide id="6" orient="horz" pos="1610">
          <p15:clr>
            <a:srgbClr val="A4A3A4"/>
          </p15:clr>
        </p15:guide>
        <p15:guide id="7" orient="horz" pos="2957">
          <p15:clr>
            <a:srgbClr val="A4A3A4"/>
          </p15:clr>
        </p15:guide>
        <p15:guide id="8" orient="horz" pos="2878">
          <p15:clr>
            <a:srgbClr val="A4A3A4"/>
          </p15:clr>
        </p15:guide>
        <p15:guide id="9" pos="3016">
          <p15:clr>
            <a:srgbClr val="A4A3A4"/>
          </p15:clr>
        </p15:guide>
        <p15:guide id="10" pos="2744">
          <p15:clr>
            <a:srgbClr val="A4A3A4"/>
          </p15:clr>
        </p15:guide>
        <p15:guide id="11" pos="5329">
          <p15:clr>
            <a:srgbClr val="A4A3A4"/>
          </p15:clr>
        </p15:guide>
        <p15:guide id="12" pos="2880">
          <p15:clr>
            <a:srgbClr val="A4A3A4"/>
          </p15:clr>
        </p15:guide>
        <p15:guide id="13" pos="930">
          <p15:clr>
            <a:srgbClr val="A4A3A4"/>
          </p15:clr>
        </p15:guide>
        <p15:guide id="14" pos="431">
          <p15:clr>
            <a:srgbClr val="A4A3A4"/>
          </p15:clr>
        </p15:guide>
        <p15:guide id="15" pos="4133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0FFA5"/>
    <a:srgbClr val="006276"/>
    <a:srgbClr val="87C1E2"/>
    <a:srgbClr val="D50035"/>
    <a:srgbClr val="6696A8"/>
    <a:srgbClr val="19627D"/>
    <a:srgbClr val="A0A0A0"/>
    <a:srgbClr val="7F7F7F"/>
    <a:srgbClr val="E3E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923" autoAdjust="0"/>
  </p:normalViewPr>
  <p:slideViewPr>
    <p:cSldViewPr snapToObjects="1">
      <p:cViewPr varScale="1">
        <p:scale>
          <a:sx n="117" d="100"/>
          <a:sy n="117" d="100"/>
        </p:scale>
        <p:origin x="466" y="82"/>
      </p:cViewPr>
      <p:guideLst>
        <p:guide orient="horz" pos="3289"/>
        <p:guide orient="horz" pos="3198"/>
        <p:guide orient="horz" pos="748"/>
        <p:guide orient="horz" pos="3062"/>
        <p:guide orient="horz" pos="1792"/>
        <p:guide orient="horz" pos="1610"/>
        <p:guide orient="horz" pos="2957"/>
        <p:guide orient="horz" pos="2878"/>
        <p:guide pos="3016"/>
        <p:guide pos="2744"/>
        <p:guide pos="5329"/>
        <p:guide pos="2880"/>
        <p:guide pos="930"/>
        <p:guide pos="431"/>
        <p:guide pos="41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Kattner HMU Potsdam" userId="b781a7f8-b6b6-4bfe-b2a2-6a9fc406e1ad" providerId="ADAL" clId="{81870118-E686-41A4-B317-CF87E52AA9E2}"/>
    <pc:docChg chg="undo redo custSel addSld delSld modSld sldOrd">
      <pc:chgData name="Florian Kattner HMU Potsdam" userId="b781a7f8-b6b6-4bfe-b2a2-6a9fc406e1ad" providerId="ADAL" clId="{81870118-E686-41A4-B317-CF87E52AA9E2}" dt="2024-10-15T07:51:49.411" v="428"/>
      <pc:docMkLst>
        <pc:docMk/>
      </pc:docMkLst>
      <pc:sldChg chg="delSp modSp del mod">
        <pc:chgData name="Florian Kattner HMU Potsdam" userId="b781a7f8-b6b6-4bfe-b2a2-6a9fc406e1ad" providerId="ADAL" clId="{81870118-E686-41A4-B317-CF87E52AA9E2}" dt="2024-10-15T07:30:46.161" v="197" actId="47"/>
        <pc:sldMkLst>
          <pc:docMk/>
          <pc:sldMk cId="1593832994" sldId="256"/>
        </pc:sldMkLst>
        <pc:picChg chg="del mod">
          <ac:chgData name="Florian Kattner HMU Potsdam" userId="b781a7f8-b6b6-4bfe-b2a2-6a9fc406e1ad" providerId="ADAL" clId="{81870118-E686-41A4-B317-CF87E52AA9E2}" dt="2024-10-15T07:30:33.946" v="192" actId="21"/>
          <ac:picMkLst>
            <pc:docMk/>
            <pc:sldMk cId="1593832994" sldId="256"/>
            <ac:picMk id="4" creationId="{00000000-0000-0000-0000-000000000000}"/>
          </ac:picMkLst>
        </pc:picChg>
      </pc:sldChg>
      <pc:sldChg chg="addSp delSp modSp del mod">
        <pc:chgData name="Florian Kattner HMU Potsdam" userId="b781a7f8-b6b6-4bfe-b2a2-6a9fc406e1ad" providerId="ADAL" clId="{81870118-E686-41A4-B317-CF87E52AA9E2}" dt="2024-10-15T07:32:24.646" v="221" actId="47"/>
        <pc:sldMkLst>
          <pc:docMk/>
          <pc:sldMk cId="277132317" sldId="257"/>
        </pc:sldMkLst>
        <pc:spChg chg="add mod">
          <ac:chgData name="Florian Kattner HMU Potsdam" userId="b781a7f8-b6b6-4bfe-b2a2-6a9fc406e1ad" providerId="ADAL" clId="{81870118-E686-41A4-B317-CF87E52AA9E2}" dt="2024-10-15T07:28:26.228" v="165" actId="20577"/>
          <ac:spMkLst>
            <pc:docMk/>
            <pc:sldMk cId="277132317" sldId="257"/>
            <ac:spMk id="5" creationId="{2244D260-750D-4B4C-A564-5A458F2BB03F}"/>
          </ac:spMkLst>
        </pc:spChg>
        <pc:picChg chg="add del mod">
          <ac:chgData name="Florian Kattner HMU Potsdam" userId="b781a7f8-b6b6-4bfe-b2a2-6a9fc406e1ad" providerId="ADAL" clId="{81870118-E686-41A4-B317-CF87E52AA9E2}" dt="2024-10-15T07:26:46.430" v="5" actId="478"/>
          <ac:picMkLst>
            <pc:docMk/>
            <pc:sldMk cId="277132317" sldId="257"/>
            <ac:picMk id="3" creationId="{32B56801-DE5F-4323-85CF-F9F69F2E27CE}"/>
          </ac:picMkLst>
        </pc:picChg>
        <pc:picChg chg="mod">
          <ac:chgData name="Florian Kattner HMU Potsdam" userId="b781a7f8-b6b6-4bfe-b2a2-6a9fc406e1ad" providerId="ADAL" clId="{81870118-E686-41A4-B317-CF87E52AA9E2}" dt="2024-10-15T07:29:56.134" v="181"/>
          <ac:picMkLst>
            <pc:docMk/>
            <pc:sldMk cId="277132317" sldId="257"/>
            <ac:picMk id="4" creationId="{00000000-0000-0000-0000-000000000000}"/>
          </ac:picMkLst>
        </pc:picChg>
      </pc:sldChg>
      <pc:sldChg chg="delSp modSp del mod">
        <pc:chgData name="Florian Kattner HMU Potsdam" userId="b781a7f8-b6b6-4bfe-b2a2-6a9fc406e1ad" providerId="ADAL" clId="{81870118-E686-41A4-B317-CF87E52AA9E2}" dt="2024-10-15T07:32:29.320" v="223" actId="47"/>
        <pc:sldMkLst>
          <pc:docMk/>
          <pc:sldMk cId="3734412021" sldId="258"/>
        </pc:sldMkLst>
        <pc:picChg chg="del mod">
          <ac:chgData name="Florian Kattner HMU Potsdam" userId="b781a7f8-b6b6-4bfe-b2a2-6a9fc406e1ad" providerId="ADAL" clId="{81870118-E686-41A4-B317-CF87E52AA9E2}" dt="2024-10-15T07:31:44.166" v="212" actId="21"/>
          <ac:picMkLst>
            <pc:docMk/>
            <pc:sldMk cId="3734412021" sldId="258"/>
            <ac:picMk id="4" creationId="{00000000-0000-0000-0000-000000000000}"/>
          </ac:picMkLst>
        </pc:picChg>
      </pc:sldChg>
      <pc:sldChg chg="delSp modSp del mod">
        <pc:chgData name="Florian Kattner HMU Potsdam" userId="b781a7f8-b6b6-4bfe-b2a2-6a9fc406e1ad" providerId="ADAL" clId="{81870118-E686-41A4-B317-CF87E52AA9E2}" dt="2024-10-15T07:32:32.689" v="224" actId="47"/>
        <pc:sldMkLst>
          <pc:docMk/>
          <pc:sldMk cId="1841868252" sldId="259"/>
        </pc:sldMkLst>
        <pc:picChg chg="del mod">
          <ac:chgData name="Florian Kattner HMU Potsdam" userId="b781a7f8-b6b6-4bfe-b2a2-6a9fc406e1ad" providerId="ADAL" clId="{81870118-E686-41A4-B317-CF87E52AA9E2}" dt="2024-10-15T07:31:53.259" v="215" actId="21"/>
          <ac:picMkLst>
            <pc:docMk/>
            <pc:sldMk cId="1841868252" sldId="259"/>
            <ac:picMk id="4" creationId="{00000000-0000-0000-0000-000000000000}"/>
          </ac:picMkLst>
        </pc:picChg>
      </pc:sldChg>
      <pc:sldChg chg="delSp modSp del mod">
        <pc:chgData name="Florian Kattner HMU Potsdam" userId="b781a7f8-b6b6-4bfe-b2a2-6a9fc406e1ad" providerId="ADAL" clId="{81870118-E686-41A4-B317-CF87E52AA9E2}" dt="2024-10-15T07:32:32.689" v="224" actId="47"/>
        <pc:sldMkLst>
          <pc:docMk/>
          <pc:sldMk cId="935703201" sldId="260"/>
        </pc:sldMkLst>
        <pc:picChg chg="del mod">
          <ac:chgData name="Florian Kattner HMU Potsdam" userId="b781a7f8-b6b6-4bfe-b2a2-6a9fc406e1ad" providerId="ADAL" clId="{81870118-E686-41A4-B317-CF87E52AA9E2}" dt="2024-10-15T07:32:06.707" v="218" actId="21"/>
          <ac:picMkLst>
            <pc:docMk/>
            <pc:sldMk cId="935703201" sldId="260"/>
            <ac:picMk id="4" creationId="{00000000-0000-0000-0000-000000000000}"/>
          </ac:picMkLst>
        </pc:picChg>
      </pc:sldChg>
      <pc:sldChg chg="delSp modSp del mod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2902259701" sldId="261"/>
        </pc:sldMkLst>
        <pc:picChg chg="del mod">
          <ac:chgData name="Florian Kattner HMU Potsdam" userId="b781a7f8-b6b6-4bfe-b2a2-6a9fc406e1ad" providerId="ADAL" clId="{81870118-E686-41A4-B317-CF87E52AA9E2}" dt="2024-10-15T07:32:41.407" v="227" actId="21"/>
          <ac:picMkLst>
            <pc:docMk/>
            <pc:sldMk cId="2902259701" sldId="261"/>
            <ac:picMk id="4" creationId="{00000000-0000-0000-0000-000000000000}"/>
          </ac:picMkLst>
        </pc:picChg>
      </pc:sldChg>
      <pc:sldChg chg="delSp modSp del mod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3063291070" sldId="262"/>
        </pc:sldMkLst>
        <pc:picChg chg="del mod">
          <ac:chgData name="Florian Kattner HMU Potsdam" userId="b781a7f8-b6b6-4bfe-b2a2-6a9fc406e1ad" providerId="ADAL" clId="{81870118-E686-41A4-B317-CF87E52AA9E2}" dt="2024-10-15T07:33:04.242" v="234" actId="21"/>
          <ac:picMkLst>
            <pc:docMk/>
            <pc:sldMk cId="3063291070" sldId="262"/>
            <ac:picMk id="4" creationId="{00000000-0000-0000-0000-000000000000}"/>
          </ac:picMkLst>
        </pc:picChg>
      </pc:sldChg>
      <pc:sldChg chg="delSp modSp del mod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3363516175" sldId="263"/>
        </pc:sldMkLst>
        <pc:picChg chg="del mod">
          <ac:chgData name="Florian Kattner HMU Potsdam" userId="b781a7f8-b6b6-4bfe-b2a2-6a9fc406e1ad" providerId="ADAL" clId="{81870118-E686-41A4-B317-CF87E52AA9E2}" dt="2024-10-15T07:33:16.294" v="237" actId="21"/>
          <ac:picMkLst>
            <pc:docMk/>
            <pc:sldMk cId="3363516175" sldId="263"/>
            <ac:picMk id="4" creationId="{00000000-0000-0000-0000-000000000000}"/>
          </ac:picMkLst>
        </pc:picChg>
      </pc:sldChg>
      <pc:sldChg chg="delSp modSp del mod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3277029440" sldId="264"/>
        </pc:sldMkLst>
        <pc:picChg chg="del mod">
          <ac:chgData name="Florian Kattner HMU Potsdam" userId="b781a7f8-b6b6-4bfe-b2a2-6a9fc406e1ad" providerId="ADAL" clId="{81870118-E686-41A4-B317-CF87E52AA9E2}" dt="2024-10-15T07:33:27.516" v="240" actId="21"/>
          <ac:picMkLst>
            <pc:docMk/>
            <pc:sldMk cId="3277029440" sldId="264"/>
            <ac:picMk id="4" creationId="{00000000-0000-0000-0000-000000000000}"/>
          </ac:picMkLst>
        </pc:picChg>
      </pc:sldChg>
      <pc:sldChg chg="delSp modSp add del mod">
        <pc:chgData name="Florian Kattner HMU Potsdam" userId="b781a7f8-b6b6-4bfe-b2a2-6a9fc406e1ad" providerId="ADAL" clId="{81870118-E686-41A4-B317-CF87E52AA9E2}" dt="2024-10-15T07:34:04.357" v="257" actId="47"/>
        <pc:sldMkLst>
          <pc:docMk/>
          <pc:sldMk cId="192853208" sldId="265"/>
        </pc:sldMkLst>
        <pc:picChg chg="del mod">
          <ac:chgData name="Florian Kattner HMU Potsdam" userId="b781a7f8-b6b6-4bfe-b2a2-6a9fc406e1ad" providerId="ADAL" clId="{81870118-E686-41A4-B317-CF87E52AA9E2}" dt="2024-10-15T07:33:43.382" v="246" actId="21"/>
          <ac:picMkLst>
            <pc:docMk/>
            <pc:sldMk cId="192853208" sldId="265"/>
            <ac:picMk id="4" creationId="{00000000-0000-0000-0000-000000000000}"/>
          </ac:picMkLst>
        </pc:picChg>
      </pc:sldChg>
      <pc:sldChg chg="addSp modSp add mod ord modNotesTx">
        <pc:chgData name="Florian Kattner HMU Potsdam" userId="b781a7f8-b6b6-4bfe-b2a2-6a9fc406e1ad" providerId="ADAL" clId="{81870118-E686-41A4-B317-CF87E52AA9E2}" dt="2024-10-15T07:50:35.433" v="394"/>
        <pc:sldMkLst>
          <pc:docMk/>
          <pc:sldMk cId="503620794" sldId="266"/>
        </pc:sldMkLst>
        <pc:spChg chg="add mod">
          <ac:chgData name="Florian Kattner HMU Potsdam" userId="b781a7f8-b6b6-4bfe-b2a2-6a9fc406e1ad" providerId="ADAL" clId="{81870118-E686-41A4-B317-CF87E52AA9E2}" dt="2024-10-15T07:31:02.352" v="201" actId="1076"/>
          <ac:spMkLst>
            <pc:docMk/>
            <pc:sldMk cId="503620794" sldId="266"/>
            <ac:spMk id="5" creationId="{8E589ED2-6149-4218-B262-7E453E14AB34}"/>
          </ac:spMkLst>
        </pc:spChg>
        <pc:spChg chg="add mod">
          <ac:chgData name="Florian Kattner HMU Potsdam" userId="b781a7f8-b6b6-4bfe-b2a2-6a9fc406e1ad" providerId="ADAL" clId="{81870118-E686-41A4-B317-CF87E52AA9E2}" dt="2024-10-15T07:36:21.712" v="323" actId="1076"/>
          <ac:spMkLst>
            <pc:docMk/>
            <pc:sldMk cId="503620794" sldId="266"/>
            <ac:spMk id="6" creationId="{988DDC5A-5E3A-44F2-BB68-4D1BE30EA98C}"/>
          </ac:spMkLst>
        </pc:spChg>
        <pc:spChg chg="add mod">
          <ac:chgData name="Florian Kattner HMU Potsdam" userId="b781a7f8-b6b6-4bfe-b2a2-6a9fc406e1ad" providerId="ADAL" clId="{81870118-E686-41A4-B317-CF87E52AA9E2}" dt="2024-10-15T07:50:35.433" v="394"/>
          <ac:spMkLst>
            <pc:docMk/>
            <pc:sldMk cId="503620794" sldId="266"/>
            <ac:spMk id="7" creationId="{9BB49BCC-803F-469B-B84F-57689BE8F96E}"/>
          </ac:spMkLst>
        </pc:spChg>
        <pc:spChg chg="add mod">
          <ac:chgData name="Florian Kattner HMU Potsdam" userId="b781a7f8-b6b6-4bfe-b2a2-6a9fc406e1ad" providerId="ADAL" clId="{81870118-E686-41A4-B317-CF87E52AA9E2}" dt="2024-10-15T07:50:35.433" v="394"/>
          <ac:spMkLst>
            <pc:docMk/>
            <pc:sldMk cId="503620794" sldId="266"/>
            <ac:spMk id="8" creationId="{183D4A3B-AA66-447A-98BE-478ABB517C7A}"/>
          </ac:spMkLst>
        </pc:spChg>
        <pc:picChg chg="add mod">
          <ac:chgData name="Florian Kattner HMU Potsdam" userId="b781a7f8-b6b6-4bfe-b2a2-6a9fc406e1ad" providerId="ADAL" clId="{81870118-E686-41A4-B317-CF87E52AA9E2}" dt="2024-10-15T07:30:37.729" v="194" actId="1076"/>
          <ac:picMkLst>
            <pc:docMk/>
            <pc:sldMk cId="503620794" sldId="266"/>
            <ac:picMk id="3" creationId="{F358906D-C8C6-440B-990B-91EF7D1B26DD}"/>
          </ac:picMkLst>
        </pc:picChg>
        <pc:picChg chg="mod">
          <ac:chgData name="Florian Kattner HMU Potsdam" userId="b781a7f8-b6b6-4bfe-b2a2-6a9fc406e1ad" providerId="ADAL" clId="{81870118-E686-41A4-B317-CF87E52AA9E2}" dt="2024-10-15T07:30:55.389" v="200" actId="1076"/>
          <ac:picMkLst>
            <pc:docMk/>
            <pc:sldMk cId="503620794" sldId="266"/>
            <ac:picMk id="4" creationId="{00000000-0000-0000-0000-000000000000}"/>
          </ac:picMkLst>
        </pc:picChg>
      </pc:sldChg>
      <pc:sldChg chg="addSp modSp add del mod">
        <pc:chgData name="Florian Kattner HMU Potsdam" userId="b781a7f8-b6b6-4bfe-b2a2-6a9fc406e1ad" providerId="ADAL" clId="{81870118-E686-41A4-B317-CF87E52AA9E2}" dt="2024-10-15T07:31:19.548" v="208" actId="47"/>
        <pc:sldMkLst>
          <pc:docMk/>
          <pc:sldMk cId="2519498188" sldId="267"/>
        </pc:sldMkLst>
        <pc:spChg chg="add mod">
          <ac:chgData name="Florian Kattner HMU Potsdam" userId="b781a7f8-b6b6-4bfe-b2a2-6a9fc406e1ad" providerId="ADAL" clId="{81870118-E686-41A4-B317-CF87E52AA9E2}" dt="2024-10-15T07:28:00.204" v="36" actId="1076"/>
          <ac:spMkLst>
            <pc:docMk/>
            <pc:sldMk cId="2519498188" sldId="267"/>
            <ac:spMk id="2" creationId="{37CB106B-38D7-452D-8C53-50109BEC7170}"/>
          </ac:spMkLst>
        </pc:spChg>
        <pc:picChg chg="mod">
          <ac:chgData name="Florian Kattner HMU Potsdam" userId="b781a7f8-b6b6-4bfe-b2a2-6a9fc406e1ad" providerId="ADAL" clId="{81870118-E686-41A4-B317-CF87E52AA9E2}" dt="2024-10-15T07:27:49.877" v="33" actId="1076"/>
          <ac:picMkLst>
            <pc:docMk/>
            <pc:sldMk cId="2519498188" sldId="267"/>
            <ac:picMk id="4" creationId="{00000000-0000-0000-0000-000000000000}"/>
          </ac:picMkLst>
        </pc:picChg>
      </pc:sldChg>
      <pc:sldChg chg="addSp modSp add del">
        <pc:chgData name="Florian Kattner HMU Potsdam" userId="b781a7f8-b6b6-4bfe-b2a2-6a9fc406e1ad" providerId="ADAL" clId="{81870118-E686-41A4-B317-CF87E52AA9E2}" dt="2024-10-15T07:32:26.465" v="222" actId="47"/>
        <pc:sldMkLst>
          <pc:docMk/>
          <pc:sldMk cId="2402216522" sldId="268"/>
        </pc:sldMkLst>
        <pc:spChg chg="add mod">
          <ac:chgData name="Florian Kattner HMU Potsdam" userId="b781a7f8-b6b6-4bfe-b2a2-6a9fc406e1ad" providerId="ADAL" clId="{81870118-E686-41A4-B317-CF87E52AA9E2}" dt="2024-10-15T07:28:02.791" v="37"/>
          <ac:spMkLst>
            <pc:docMk/>
            <pc:sldMk cId="2402216522" sldId="268"/>
            <ac:spMk id="3" creationId="{A902DAD1-6D2C-474C-89BF-1AC51A8B5A2A}"/>
          </ac:spMkLst>
        </pc:spChg>
      </pc:sldChg>
      <pc:sldChg chg="addSp modSp add del">
        <pc:chgData name="Florian Kattner HMU Potsdam" userId="b781a7f8-b6b6-4bfe-b2a2-6a9fc406e1ad" providerId="ADAL" clId="{81870118-E686-41A4-B317-CF87E52AA9E2}" dt="2024-10-15T07:32:29.320" v="223" actId="47"/>
        <pc:sldMkLst>
          <pc:docMk/>
          <pc:sldMk cId="699685555" sldId="269"/>
        </pc:sldMkLst>
        <pc:spChg chg="add mod">
          <ac:chgData name="Florian Kattner HMU Potsdam" userId="b781a7f8-b6b6-4bfe-b2a2-6a9fc406e1ad" providerId="ADAL" clId="{81870118-E686-41A4-B317-CF87E52AA9E2}" dt="2024-10-15T07:28:04.472" v="38"/>
          <ac:spMkLst>
            <pc:docMk/>
            <pc:sldMk cId="699685555" sldId="269"/>
            <ac:spMk id="3" creationId="{B7862412-C441-4935-889B-9EF2D8DC13CE}"/>
          </ac:spMkLst>
        </pc:spChg>
      </pc:sldChg>
      <pc:sldChg chg="add del">
        <pc:chgData name="Florian Kattner HMU Potsdam" userId="b781a7f8-b6b6-4bfe-b2a2-6a9fc406e1ad" providerId="ADAL" clId="{81870118-E686-41A4-B317-CF87E52AA9E2}" dt="2024-10-15T07:32:32.689" v="224" actId="47"/>
        <pc:sldMkLst>
          <pc:docMk/>
          <pc:sldMk cId="3314555822" sldId="270"/>
        </pc:sldMkLst>
      </pc:sldChg>
      <pc:sldChg chg="add del">
        <pc:chgData name="Florian Kattner HMU Potsdam" userId="b781a7f8-b6b6-4bfe-b2a2-6a9fc406e1ad" providerId="ADAL" clId="{81870118-E686-41A4-B317-CF87E52AA9E2}" dt="2024-10-15T07:32:32.689" v="224" actId="47"/>
        <pc:sldMkLst>
          <pc:docMk/>
          <pc:sldMk cId="4262447870" sldId="271"/>
        </pc:sldMkLst>
      </pc:sldChg>
      <pc:sldChg chg="add del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1480917170" sldId="272"/>
        </pc:sldMkLst>
      </pc:sldChg>
      <pc:sldChg chg="add del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2903461855" sldId="273"/>
        </pc:sldMkLst>
      </pc:sldChg>
      <pc:sldChg chg="add del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1783168785" sldId="274"/>
        </pc:sldMkLst>
      </pc:sldChg>
      <pc:sldChg chg="add del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1421542604" sldId="275"/>
        </pc:sldMkLst>
      </pc:sldChg>
      <pc:sldChg chg="new del ord">
        <pc:chgData name="Florian Kattner HMU Potsdam" userId="b781a7f8-b6b6-4bfe-b2a2-6a9fc406e1ad" providerId="ADAL" clId="{81870118-E686-41A4-B317-CF87E52AA9E2}" dt="2024-10-15T07:30:45.308" v="196" actId="47"/>
        <pc:sldMkLst>
          <pc:docMk/>
          <pc:sldMk cId="2467410198" sldId="276"/>
        </pc:sldMkLst>
      </pc:sldChg>
      <pc:sldChg chg="add del">
        <pc:chgData name="Florian Kattner HMU Potsdam" userId="b781a7f8-b6b6-4bfe-b2a2-6a9fc406e1ad" providerId="ADAL" clId="{81870118-E686-41A4-B317-CF87E52AA9E2}" dt="2024-10-15T07:31:14.137" v="207" actId="47"/>
        <pc:sldMkLst>
          <pc:docMk/>
          <pc:sldMk cId="438329298" sldId="277"/>
        </pc:sldMkLst>
      </pc:sldChg>
      <pc:sldChg chg="add del">
        <pc:chgData name="Florian Kattner HMU Potsdam" userId="b781a7f8-b6b6-4bfe-b2a2-6a9fc406e1ad" providerId="ADAL" clId="{81870118-E686-41A4-B317-CF87E52AA9E2}" dt="2024-10-15T07:32:29.320" v="223" actId="47"/>
        <pc:sldMkLst>
          <pc:docMk/>
          <pc:sldMk cId="2992893994" sldId="278"/>
        </pc:sldMkLst>
      </pc:sldChg>
      <pc:sldChg chg="add del">
        <pc:chgData name="Florian Kattner HMU Potsdam" userId="b781a7f8-b6b6-4bfe-b2a2-6a9fc406e1ad" providerId="ADAL" clId="{81870118-E686-41A4-B317-CF87E52AA9E2}" dt="2024-10-15T07:32:29.320" v="223" actId="47"/>
        <pc:sldMkLst>
          <pc:docMk/>
          <pc:sldMk cId="3360158424" sldId="279"/>
        </pc:sldMkLst>
      </pc:sldChg>
      <pc:sldChg chg="add del">
        <pc:chgData name="Florian Kattner HMU Potsdam" userId="b781a7f8-b6b6-4bfe-b2a2-6a9fc406e1ad" providerId="ADAL" clId="{81870118-E686-41A4-B317-CF87E52AA9E2}" dt="2024-10-15T07:32:32.689" v="224" actId="47"/>
        <pc:sldMkLst>
          <pc:docMk/>
          <pc:sldMk cId="2263229609" sldId="280"/>
        </pc:sldMkLst>
      </pc:sldChg>
      <pc:sldChg chg="add del">
        <pc:chgData name="Florian Kattner HMU Potsdam" userId="b781a7f8-b6b6-4bfe-b2a2-6a9fc406e1ad" providerId="ADAL" clId="{81870118-E686-41A4-B317-CF87E52AA9E2}" dt="2024-10-15T07:32:32.689" v="224" actId="47"/>
        <pc:sldMkLst>
          <pc:docMk/>
          <pc:sldMk cId="3975317742" sldId="281"/>
        </pc:sldMkLst>
      </pc:sldChg>
      <pc:sldChg chg="add del">
        <pc:chgData name="Florian Kattner HMU Potsdam" userId="b781a7f8-b6b6-4bfe-b2a2-6a9fc406e1ad" providerId="ADAL" clId="{81870118-E686-41A4-B317-CF87E52AA9E2}" dt="2024-10-15T07:33:41.818" v="245" actId="47"/>
        <pc:sldMkLst>
          <pc:docMk/>
          <pc:sldMk cId="3170186892" sldId="282"/>
        </pc:sldMkLst>
      </pc:sldChg>
      <pc:sldChg chg="addSp delSp modSp add mod ord modNotesTx">
        <pc:chgData name="Florian Kattner HMU Potsdam" userId="b781a7f8-b6b6-4bfe-b2a2-6a9fc406e1ad" providerId="ADAL" clId="{81870118-E686-41A4-B317-CF87E52AA9E2}" dt="2024-10-15T07:50:38.802" v="397"/>
        <pc:sldMkLst>
          <pc:docMk/>
          <pc:sldMk cId="1392105729" sldId="283"/>
        </pc:sldMkLst>
        <pc:spChg chg="add mod">
          <ac:chgData name="Florian Kattner HMU Potsdam" userId="b781a7f8-b6b6-4bfe-b2a2-6a9fc406e1ad" providerId="ADAL" clId="{81870118-E686-41A4-B317-CF87E52AA9E2}" dt="2024-10-15T07:36:23.628" v="324"/>
          <ac:spMkLst>
            <pc:docMk/>
            <pc:sldMk cId="1392105729" sldId="283"/>
            <ac:spMk id="7" creationId="{E8E88684-AA1F-4202-ACFF-07BE393B4F38}"/>
          </ac:spMkLst>
        </pc:spChg>
        <pc:spChg chg="add mod">
          <ac:chgData name="Florian Kattner HMU Potsdam" userId="b781a7f8-b6b6-4bfe-b2a2-6a9fc406e1ad" providerId="ADAL" clId="{81870118-E686-41A4-B317-CF87E52AA9E2}" dt="2024-10-15T07:50:38.802" v="397"/>
          <ac:spMkLst>
            <pc:docMk/>
            <pc:sldMk cId="1392105729" sldId="283"/>
            <ac:spMk id="8" creationId="{C2A59873-5787-4B81-8887-E69F19B2D918}"/>
          </ac:spMkLst>
        </pc:spChg>
        <pc:spChg chg="add mod">
          <ac:chgData name="Florian Kattner HMU Potsdam" userId="b781a7f8-b6b6-4bfe-b2a2-6a9fc406e1ad" providerId="ADAL" clId="{81870118-E686-41A4-B317-CF87E52AA9E2}" dt="2024-10-15T07:50:38.802" v="397"/>
          <ac:spMkLst>
            <pc:docMk/>
            <pc:sldMk cId="1392105729" sldId="283"/>
            <ac:spMk id="9" creationId="{3EDA6D32-7DDF-45C3-8ACE-65DF450A3376}"/>
          </ac:spMkLst>
        </pc:spChg>
        <pc:picChg chg="del">
          <ac:chgData name="Florian Kattner HMU Potsdam" userId="b781a7f8-b6b6-4bfe-b2a2-6a9fc406e1ad" providerId="ADAL" clId="{81870118-E686-41A4-B317-CF87E52AA9E2}" dt="2024-10-15T07:31:07.048" v="203" actId="478"/>
          <ac:picMkLst>
            <pc:docMk/>
            <pc:sldMk cId="1392105729" sldId="283"/>
            <ac:picMk id="3" creationId="{F358906D-C8C6-440B-990B-91EF7D1B26DD}"/>
          </ac:picMkLst>
        </pc:picChg>
        <pc:picChg chg="add mod">
          <ac:chgData name="Florian Kattner HMU Potsdam" userId="b781a7f8-b6b6-4bfe-b2a2-6a9fc406e1ad" providerId="ADAL" clId="{81870118-E686-41A4-B317-CF87E52AA9E2}" dt="2024-10-15T07:31:34.276" v="211" actId="1076"/>
          <ac:picMkLst>
            <pc:docMk/>
            <pc:sldMk cId="1392105729" sldId="283"/>
            <ac:picMk id="6" creationId="{D9891744-9574-4A3F-9339-FACEFFA2744C}"/>
          </ac:picMkLst>
        </pc:picChg>
      </pc:sldChg>
      <pc:sldChg chg="addSp delSp modSp add mod ord modNotesTx">
        <pc:chgData name="Florian Kattner HMU Potsdam" userId="b781a7f8-b6b6-4bfe-b2a2-6a9fc406e1ad" providerId="ADAL" clId="{81870118-E686-41A4-B317-CF87E52AA9E2}" dt="2024-10-15T07:51:49.411" v="428"/>
        <pc:sldMkLst>
          <pc:docMk/>
          <pc:sldMk cId="3181263035" sldId="284"/>
        </pc:sldMkLst>
        <pc:spChg chg="del">
          <ac:chgData name="Florian Kattner HMU Potsdam" userId="b781a7f8-b6b6-4bfe-b2a2-6a9fc406e1ad" providerId="ADAL" clId="{81870118-E686-41A4-B317-CF87E52AA9E2}" dt="2024-10-15T07:51:20.977" v="423" actId="478"/>
          <ac:spMkLst>
            <pc:docMk/>
            <pc:sldMk cId="3181263035" sldId="284"/>
            <ac:spMk id="5" creationId="{8E589ED2-6149-4218-B262-7E453E14AB34}"/>
          </ac:spMkLst>
        </pc:spChg>
        <pc:spChg chg="add mod">
          <ac:chgData name="Florian Kattner HMU Potsdam" userId="b781a7f8-b6b6-4bfe-b2a2-6a9fc406e1ad" providerId="ADAL" clId="{81870118-E686-41A4-B317-CF87E52AA9E2}" dt="2024-10-15T07:36:24.620" v="325"/>
          <ac:spMkLst>
            <pc:docMk/>
            <pc:sldMk cId="3181263035" sldId="284"/>
            <ac:spMk id="7" creationId="{87AFAEB0-DC59-44F5-B17F-C581DDD79A0E}"/>
          </ac:spMkLst>
        </pc:spChg>
        <pc:spChg chg="add del mod">
          <ac:chgData name="Florian Kattner HMU Potsdam" userId="b781a7f8-b6b6-4bfe-b2a2-6a9fc406e1ad" providerId="ADAL" clId="{81870118-E686-41A4-B317-CF87E52AA9E2}" dt="2024-10-15T07:51:20.977" v="423" actId="478"/>
          <ac:spMkLst>
            <pc:docMk/>
            <pc:sldMk cId="3181263035" sldId="284"/>
            <ac:spMk id="8" creationId="{AC44AC54-B64F-463B-9749-5E2F2647C6C6}"/>
          </ac:spMkLst>
        </pc:spChg>
        <pc:spChg chg="add del mod">
          <ac:chgData name="Florian Kattner HMU Potsdam" userId="b781a7f8-b6b6-4bfe-b2a2-6a9fc406e1ad" providerId="ADAL" clId="{81870118-E686-41A4-B317-CF87E52AA9E2}" dt="2024-10-15T07:51:20.977" v="423" actId="478"/>
          <ac:spMkLst>
            <pc:docMk/>
            <pc:sldMk cId="3181263035" sldId="284"/>
            <ac:spMk id="9" creationId="{F9296D38-E9A7-4166-A41C-0EF10CBBFBC5}"/>
          </ac:spMkLst>
        </pc:spChg>
        <pc:spChg chg="add mod">
          <ac:chgData name="Florian Kattner HMU Potsdam" userId="b781a7f8-b6b6-4bfe-b2a2-6a9fc406e1ad" providerId="ADAL" clId="{81870118-E686-41A4-B317-CF87E52AA9E2}" dt="2024-10-15T07:51:21.297" v="424"/>
          <ac:spMkLst>
            <pc:docMk/>
            <pc:sldMk cId="3181263035" sldId="284"/>
            <ac:spMk id="11" creationId="{5D774303-43DB-475B-9039-E9F550FBC504}"/>
          </ac:spMkLst>
        </pc:spChg>
        <pc:spChg chg="add mod">
          <ac:chgData name="Florian Kattner HMU Potsdam" userId="b781a7f8-b6b6-4bfe-b2a2-6a9fc406e1ad" providerId="ADAL" clId="{81870118-E686-41A4-B317-CF87E52AA9E2}" dt="2024-10-15T07:51:21.297" v="424"/>
          <ac:spMkLst>
            <pc:docMk/>
            <pc:sldMk cId="3181263035" sldId="284"/>
            <ac:spMk id="12" creationId="{49BD7BC4-D97D-4BC7-A73F-A23E3F911F08}"/>
          </ac:spMkLst>
        </pc:spChg>
        <pc:spChg chg="add mod">
          <ac:chgData name="Florian Kattner HMU Potsdam" userId="b781a7f8-b6b6-4bfe-b2a2-6a9fc406e1ad" providerId="ADAL" clId="{81870118-E686-41A4-B317-CF87E52AA9E2}" dt="2024-10-15T07:51:21.297" v="424"/>
          <ac:spMkLst>
            <pc:docMk/>
            <pc:sldMk cId="3181263035" sldId="284"/>
            <ac:spMk id="13" creationId="{904E41CA-84B1-41D5-A775-58F809F9EE03}"/>
          </ac:spMkLst>
        </pc:spChg>
        <pc:picChg chg="del mod">
          <ac:chgData name="Florian Kattner HMU Potsdam" userId="b781a7f8-b6b6-4bfe-b2a2-6a9fc406e1ad" providerId="ADAL" clId="{81870118-E686-41A4-B317-CF87E52AA9E2}" dt="2024-10-15T07:51:20.977" v="423" actId="478"/>
          <ac:picMkLst>
            <pc:docMk/>
            <pc:sldMk cId="3181263035" sldId="284"/>
            <ac:picMk id="4" creationId="{00000000-0000-0000-0000-000000000000}"/>
          </ac:picMkLst>
        </pc:picChg>
        <pc:picChg chg="add mod">
          <ac:chgData name="Florian Kattner HMU Potsdam" userId="b781a7f8-b6b6-4bfe-b2a2-6a9fc406e1ad" providerId="ADAL" clId="{81870118-E686-41A4-B317-CF87E52AA9E2}" dt="2024-10-15T07:31:48.913" v="214" actId="1076"/>
          <ac:picMkLst>
            <pc:docMk/>
            <pc:sldMk cId="3181263035" sldId="284"/>
            <ac:picMk id="6" creationId="{1AC67F57-8474-4192-9810-FF06331AD3E4}"/>
          </ac:picMkLst>
        </pc:picChg>
        <pc:picChg chg="add mod">
          <ac:chgData name="Florian Kattner HMU Potsdam" userId="b781a7f8-b6b6-4bfe-b2a2-6a9fc406e1ad" providerId="ADAL" clId="{81870118-E686-41A4-B317-CF87E52AA9E2}" dt="2024-10-15T07:51:21.297" v="424"/>
          <ac:picMkLst>
            <pc:docMk/>
            <pc:sldMk cId="3181263035" sldId="284"/>
            <ac:picMk id="10" creationId="{90BA5F60-7F67-42AB-9363-A56938DF8B73}"/>
          </ac:picMkLst>
        </pc:picChg>
      </pc:sldChg>
      <pc:sldChg chg="addSp modSp add mod ord modNotesTx">
        <pc:chgData name="Florian Kattner HMU Potsdam" userId="b781a7f8-b6b6-4bfe-b2a2-6a9fc406e1ad" providerId="ADAL" clId="{81870118-E686-41A4-B317-CF87E52AA9E2}" dt="2024-10-15T07:50:33.864" v="393"/>
        <pc:sldMkLst>
          <pc:docMk/>
          <pc:sldMk cId="805727336" sldId="285"/>
        </pc:sldMkLst>
        <pc:spChg chg="add mod">
          <ac:chgData name="Florian Kattner HMU Potsdam" userId="b781a7f8-b6b6-4bfe-b2a2-6a9fc406e1ad" providerId="ADAL" clId="{81870118-E686-41A4-B317-CF87E52AA9E2}" dt="2024-10-15T07:36:25.536" v="326"/>
          <ac:spMkLst>
            <pc:docMk/>
            <pc:sldMk cId="805727336" sldId="285"/>
            <ac:spMk id="7" creationId="{BC5CCB53-EC59-4C50-8525-18042570592A}"/>
          </ac:spMkLst>
        </pc:spChg>
        <pc:spChg chg="add mod">
          <ac:chgData name="Florian Kattner HMU Potsdam" userId="b781a7f8-b6b6-4bfe-b2a2-6a9fc406e1ad" providerId="ADAL" clId="{81870118-E686-41A4-B317-CF87E52AA9E2}" dt="2024-10-15T07:50:33.864" v="393"/>
          <ac:spMkLst>
            <pc:docMk/>
            <pc:sldMk cId="805727336" sldId="285"/>
            <ac:spMk id="8" creationId="{F0E3FDF1-1088-4917-BAA1-BA33A27D53D4}"/>
          </ac:spMkLst>
        </pc:spChg>
        <pc:spChg chg="add mod">
          <ac:chgData name="Florian Kattner HMU Potsdam" userId="b781a7f8-b6b6-4bfe-b2a2-6a9fc406e1ad" providerId="ADAL" clId="{81870118-E686-41A4-B317-CF87E52AA9E2}" dt="2024-10-15T07:50:33.864" v="393"/>
          <ac:spMkLst>
            <pc:docMk/>
            <pc:sldMk cId="805727336" sldId="285"/>
            <ac:spMk id="9" creationId="{250AC5EA-6804-4936-AEBC-5DE37F621825}"/>
          </ac:spMkLst>
        </pc:spChg>
        <pc:picChg chg="add mod">
          <ac:chgData name="Florian Kattner HMU Potsdam" userId="b781a7f8-b6b6-4bfe-b2a2-6a9fc406e1ad" providerId="ADAL" clId="{81870118-E686-41A4-B317-CF87E52AA9E2}" dt="2024-10-15T07:32:00.259" v="217" actId="1076"/>
          <ac:picMkLst>
            <pc:docMk/>
            <pc:sldMk cId="805727336" sldId="285"/>
            <ac:picMk id="6" creationId="{A4508FE3-699C-4E99-9A06-55BF39CD6598}"/>
          </ac:picMkLst>
        </pc:picChg>
      </pc:sldChg>
      <pc:sldChg chg="addSp delSp modSp add mod ord modNotesTx">
        <pc:chgData name="Florian Kattner HMU Potsdam" userId="b781a7f8-b6b6-4bfe-b2a2-6a9fc406e1ad" providerId="ADAL" clId="{81870118-E686-41A4-B317-CF87E52AA9E2}" dt="2024-10-15T07:51:16.524" v="422"/>
        <pc:sldMkLst>
          <pc:docMk/>
          <pc:sldMk cId="4060344319" sldId="286"/>
        </pc:sldMkLst>
        <pc:spChg chg="del">
          <ac:chgData name="Florian Kattner HMU Potsdam" userId="b781a7f8-b6b6-4bfe-b2a2-6a9fc406e1ad" providerId="ADAL" clId="{81870118-E686-41A4-B317-CF87E52AA9E2}" dt="2024-10-15T07:51:16.191" v="421" actId="478"/>
          <ac:spMkLst>
            <pc:docMk/>
            <pc:sldMk cId="4060344319" sldId="286"/>
            <ac:spMk id="5" creationId="{8E589ED2-6149-4218-B262-7E453E14AB34}"/>
          </ac:spMkLst>
        </pc:spChg>
        <pc:spChg chg="add mod">
          <ac:chgData name="Florian Kattner HMU Potsdam" userId="b781a7f8-b6b6-4bfe-b2a2-6a9fc406e1ad" providerId="ADAL" clId="{81870118-E686-41A4-B317-CF87E52AA9E2}" dt="2024-10-15T07:36:26.503" v="327"/>
          <ac:spMkLst>
            <pc:docMk/>
            <pc:sldMk cId="4060344319" sldId="286"/>
            <ac:spMk id="7" creationId="{CF538E27-5F82-4497-BC7E-3EED65107313}"/>
          </ac:spMkLst>
        </pc:spChg>
        <pc:spChg chg="add del mod">
          <ac:chgData name="Florian Kattner HMU Potsdam" userId="b781a7f8-b6b6-4bfe-b2a2-6a9fc406e1ad" providerId="ADAL" clId="{81870118-E686-41A4-B317-CF87E52AA9E2}" dt="2024-10-15T07:51:16.191" v="421" actId="478"/>
          <ac:spMkLst>
            <pc:docMk/>
            <pc:sldMk cId="4060344319" sldId="286"/>
            <ac:spMk id="8" creationId="{E38A4EC6-A61B-404B-9428-7E00CE41A301}"/>
          </ac:spMkLst>
        </pc:spChg>
        <pc:spChg chg="add del mod">
          <ac:chgData name="Florian Kattner HMU Potsdam" userId="b781a7f8-b6b6-4bfe-b2a2-6a9fc406e1ad" providerId="ADAL" clId="{81870118-E686-41A4-B317-CF87E52AA9E2}" dt="2024-10-15T07:51:16.191" v="421" actId="478"/>
          <ac:spMkLst>
            <pc:docMk/>
            <pc:sldMk cId="4060344319" sldId="286"/>
            <ac:spMk id="9" creationId="{CA9767DC-C0F6-4682-B8AE-742E64280C2C}"/>
          </ac:spMkLst>
        </pc:spChg>
        <pc:spChg chg="add mod">
          <ac:chgData name="Florian Kattner HMU Potsdam" userId="b781a7f8-b6b6-4bfe-b2a2-6a9fc406e1ad" providerId="ADAL" clId="{81870118-E686-41A4-B317-CF87E52AA9E2}" dt="2024-10-15T07:51:16.524" v="422"/>
          <ac:spMkLst>
            <pc:docMk/>
            <pc:sldMk cId="4060344319" sldId="286"/>
            <ac:spMk id="11" creationId="{27078D35-01BB-41BD-B4B4-17FECCE1F4DF}"/>
          </ac:spMkLst>
        </pc:spChg>
        <pc:spChg chg="add mod">
          <ac:chgData name="Florian Kattner HMU Potsdam" userId="b781a7f8-b6b6-4bfe-b2a2-6a9fc406e1ad" providerId="ADAL" clId="{81870118-E686-41A4-B317-CF87E52AA9E2}" dt="2024-10-15T07:51:16.524" v="422"/>
          <ac:spMkLst>
            <pc:docMk/>
            <pc:sldMk cId="4060344319" sldId="286"/>
            <ac:spMk id="12" creationId="{68D0695F-686E-407B-9310-115D6E360E7A}"/>
          </ac:spMkLst>
        </pc:spChg>
        <pc:spChg chg="add mod">
          <ac:chgData name="Florian Kattner HMU Potsdam" userId="b781a7f8-b6b6-4bfe-b2a2-6a9fc406e1ad" providerId="ADAL" clId="{81870118-E686-41A4-B317-CF87E52AA9E2}" dt="2024-10-15T07:51:16.524" v="422"/>
          <ac:spMkLst>
            <pc:docMk/>
            <pc:sldMk cId="4060344319" sldId="286"/>
            <ac:spMk id="13" creationId="{8F37F9AE-5F1D-46F0-A0EF-0906A4961F15}"/>
          </ac:spMkLst>
        </pc:spChg>
        <pc:picChg chg="del mod">
          <ac:chgData name="Florian Kattner HMU Potsdam" userId="b781a7f8-b6b6-4bfe-b2a2-6a9fc406e1ad" providerId="ADAL" clId="{81870118-E686-41A4-B317-CF87E52AA9E2}" dt="2024-10-15T07:51:16.191" v="421" actId="478"/>
          <ac:picMkLst>
            <pc:docMk/>
            <pc:sldMk cId="4060344319" sldId="286"/>
            <ac:picMk id="4" creationId="{00000000-0000-0000-0000-000000000000}"/>
          </ac:picMkLst>
        </pc:picChg>
        <pc:picChg chg="add mod">
          <ac:chgData name="Florian Kattner HMU Potsdam" userId="b781a7f8-b6b6-4bfe-b2a2-6a9fc406e1ad" providerId="ADAL" clId="{81870118-E686-41A4-B317-CF87E52AA9E2}" dt="2024-10-15T07:32:16.841" v="220" actId="1076"/>
          <ac:picMkLst>
            <pc:docMk/>
            <pc:sldMk cId="4060344319" sldId="286"/>
            <ac:picMk id="6" creationId="{D84F91A8-7A4F-4799-A2F9-2BD04F0E6713}"/>
          </ac:picMkLst>
        </pc:picChg>
        <pc:picChg chg="add mod">
          <ac:chgData name="Florian Kattner HMU Potsdam" userId="b781a7f8-b6b6-4bfe-b2a2-6a9fc406e1ad" providerId="ADAL" clId="{81870118-E686-41A4-B317-CF87E52AA9E2}" dt="2024-10-15T07:51:16.524" v="422"/>
          <ac:picMkLst>
            <pc:docMk/>
            <pc:sldMk cId="4060344319" sldId="286"/>
            <ac:picMk id="10" creationId="{BB79646B-1D55-407E-8FC8-A3A52C72D684}"/>
          </ac:picMkLst>
        </pc:picChg>
      </pc:sldChg>
      <pc:sldChg chg="addSp delSp modSp add mod ord modNotesTx">
        <pc:chgData name="Florian Kattner HMU Potsdam" userId="b781a7f8-b6b6-4bfe-b2a2-6a9fc406e1ad" providerId="ADAL" clId="{81870118-E686-41A4-B317-CF87E52AA9E2}" dt="2024-10-15T07:51:25.826" v="426"/>
        <pc:sldMkLst>
          <pc:docMk/>
          <pc:sldMk cId="774122535" sldId="287"/>
        </pc:sldMkLst>
        <pc:spChg chg="add del mod">
          <ac:chgData name="Florian Kattner HMU Potsdam" userId="b781a7f8-b6b6-4bfe-b2a2-6a9fc406e1ad" providerId="ADAL" clId="{81870118-E686-41A4-B317-CF87E52AA9E2}" dt="2024-10-15T07:51:25.492" v="425" actId="478"/>
          <ac:spMkLst>
            <pc:docMk/>
            <pc:sldMk cId="774122535" sldId="287"/>
            <ac:spMk id="2" creationId="{0D9F0199-56FC-4EBB-8412-9761C0795132}"/>
          </ac:spMkLst>
        </pc:spChg>
        <pc:spChg chg="del">
          <ac:chgData name="Florian Kattner HMU Potsdam" userId="b781a7f8-b6b6-4bfe-b2a2-6a9fc406e1ad" providerId="ADAL" clId="{81870118-E686-41A4-B317-CF87E52AA9E2}" dt="2024-10-15T07:51:25.492" v="425" actId="478"/>
          <ac:spMkLst>
            <pc:docMk/>
            <pc:sldMk cId="774122535" sldId="287"/>
            <ac:spMk id="5" creationId="{8E589ED2-6149-4218-B262-7E453E14AB34}"/>
          </ac:spMkLst>
        </pc:spChg>
        <pc:spChg chg="add mod">
          <ac:chgData name="Florian Kattner HMU Potsdam" userId="b781a7f8-b6b6-4bfe-b2a2-6a9fc406e1ad" providerId="ADAL" clId="{81870118-E686-41A4-B317-CF87E52AA9E2}" dt="2024-10-15T07:36:27.412" v="328"/>
          <ac:spMkLst>
            <pc:docMk/>
            <pc:sldMk cId="774122535" sldId="287"/>
            <ac:spMk id="8" creationId="{98200BFA-317C-4671-B9CB-DA5F024AD4AF}"/>
          </ac:spMkLst>
        </pc:spChg>
        <pc:spChg chg="add del mod">
          <ac:chgData name="Florian Kattner HMU Potsdam" userId="b781a7f8-b6b6-4bfe-b2a2-6a9fc406e1ad" providerId="ADAL" clId="{81870118-E686-41A4-B317-CF87E52AA9E2}" dt="2024-10-15T07:51:25.492" v="425" actId="478"/>
          <ac:spMkLst>
            <pc:docMk/>
            <pc:sldMk cId="774122535" sldId="287"/>
            <ac:spMk id="9" creationId="{89E9E113-305B-49A7-9003-02A04A271953}"/>
          </ac:spMkLst>
        </pc:spChg>
        <pc:spChg chg="add mod">
          <ac:chgData name="Florian Kattner HMU Potsdam" userId="b781a7f8-b6b6-4bfe-b2a2-6a9fc406e1ad" providerId="ADAL" clId="{81870118-E686-41A4-B317-CF87E52AA9E2}" dt="2024-10-15T07:51:25.826" v="426"/>
          <ac:spMkLst>
            <pc:docMk/>
            <pc:sldMk cId="774122535" sldId="287"/>
            <ac:spMk id="11" creationId="{1F2FD144-4563-44FE-8068-0AAA0C0CA3D4}"/>
          </ac:spMkLst>
        </pc:spChg>
        <pc:spChg chg="add mod">
          <ac:chgData name="Florian Kattner HMU Potsdam" userId="b781a7f8-b6b6-4bfe-b2a2-6a9fc406e1ad" providerId="ADAL" clId="{81870118-E686-41A4-B317-CF87E52AA9E2}" dt="2024-10-15T07:51:25.826" v="426"/>
          <ac:spMkLst>
            <pc:docMk/>
            <pc:sldMk cId="774122535" sldId="287"/>
            <ac:spMk id="12" creationId="{811B8DE7-FAE1-4687-8D03-DC7F6345FDA3}"/>
          </ac:spMkLst>
        </pc:spChg>
        <pc:spChg chg="add mod">
          <ac:chgData name="Florian Kattner HMU Potsdam" userId="b781a7f8-b6b6-4bfe-b2a2-6a9fc406e1ad" providerId="ADAL" clId="{81870118-E686-41A4-B317-CF87E52AA9E2}" dt="2024-10-15T07:51:25.826" v="426"/>
          <ac:spMkLst>
            <pc:docMk/>
            <pc:sldMk cId="774122535" sldId="287"/>
            <ac:spMk id="13" creationId="{9A23BB28-8149-42CE-A7CD-AA34351F481D}"/>
          </ac:spMkLst>
        </pc:spChg>
        <pc:picChg chg="del mod">
          <ac:chgData name="Florian Kattner HMU Potsdam" userId="b781a7f8-b6b6-4bfe-b2a2-6a9fc406e1ad" providerId="ADAL" clId="{81870118-E686-41A4-B317-CF87E52AA9E2}" dt="2024-10-15T07:51:25.492" v="425" actId="478"/>
          <ac:picMkLst>
            <pc:docMk/>
            <pc:sldMk cId="774122535" sldId="287"/>
            <ac:picMk id="4" creationId="{00000000-0000-0000-0000-000000000000}"/>
          </ac:picMkLst>
        </pc:picChg>
        <pc:picChg chg="del">
          <ac:chgData name="Florian Kattner HMU Potsdam" userId="b781a7f8-b6b6-4bfe-b2a2-6a9fc406e1ad" providerId="ADAL" clId="{81870118-E686-41A4-B317-CF87E52AA9E2}" dt="2024-10-15T07:32:38.753" v="226" actId="478"/>
          <ac:picMkLst>
            <pc:docMk/>
            <pc:sldMk cId="774122535" sldId="287"/>
            <ac:picMk id="6" creationId="{D84F91A8-7A4F-4799-A2F9-2BD04F0E6713}"/>
          </ac:picMkLst>
        </pc:picChg>
        <pc:picChg chg="add mod">
          <ac:chgData name="Florian Kattner HMU Potsdam" userId="b781a7f8-b6b6-4bfe-b2a2-6a9fc406e1ad" providerId="ADAL" clId="{81870118-E686-41A4-B317-CF87E52AA9E2}" dt="2024-10-15T07:32:48.210" v="229" actId="1076"/>
          <ac:picMkLst>
            <pc:docMk/>
            <pc:sldMk cId="774122535" sldId="287"/>
            <ac:picMk id="7" creationId="{0F6EA157-6B8C-4197-9316-C4032EABAE7D}"/>
          </ac:picMkLst>
        </pc:picChg>
        <pc:picChg chg="add mod">
          <ac:chgData name="Florian Kattner HMU Potsdam" userId="b781a7f8-b6b6-4bfe-b2a2-6a9fc406e1ad" providerId="ADAL" clId="{81870118-E686-41A4-B317-CF87E52AA9E2}" dt="2024-10-15T07:51:25.826" v="426"/>
          <ac:picMkLst>
            <pc:docMk/>
            <pc:sldMk cId="774122535" sldId="287"/>
            <ac:picMk id="10" creationId="{94D69BC7-5645-47B8-A3B3-D8965E41BAAA}"/>
          </ac:picMkLst>
        </pc:picChg>
      </pc:sldChg>
      <pc:sldChg chg="addSp delSp modSp add mod modNotesTx">
        <pc:chgData name="Florian Kattner HMU Potsdam" userId="b781a7f8-b6b6-4bfe-b2a2-6a9fc406e1ad" providerId="ADAL" clId="{81870118-E686-41A4-B317-CF87E52AA9E2}" dt="2024-10-15T07:50:36.377" v="395"/>
        <pc:sldMkLst>
          <pc:docMk/>
          <pc:sldMk cId="1144054476" sldId="288"/>
        </pc:sldMkLst>
        <pc:spChg chg="add mod">
          <ac:chgData name="Florian Kattner HMU Potsdam" userId="b781a7f8-b6b6-4bfe-b2a2-6a9fc406e1ad" providerId="ADAL" clId="{81870118-E686-41A4-B317-CF87E52AA9E2}" dt="2024-10-15T07:36:28.329" v="329"/>
          <ac:spMkLst>
            <pc:docMk/>
            <pc:sldMk cId="1144054476" sldId="288"/>
            <ac:spMk id="8" creationId="{BF20524C-467D-422D-98ED-AB9FF3874446}"/>
          </ac:spMkLst>
        </pc:spChg>
        <pc:spChg chg="add mod">
          <ac:chgData name="Florian Kattner HMU Potsdam" userId="b781a7f8-b6b6-4bfe-b2a2-6a9fc406e1ad" providerId="ADAL" clId="{81870118-E686-41A4-B317-CF87E52AA9E2}" dt="2024-10-15T07:50:36.377" v="395"/>
          <ac:spMkLst>
            <pc:docMk/>
            <pc:sldMk cId="1144054476" sldId="288"/>
            <ac:spMk id="9" creationId="{8E32D201-427D-4E2C-B792-592EEC889145}"/>
          </ac:spMkLst>
        </pc:spChg>
        <pc:spChg chg="add mod">
          <ac:chgData name="Florian Kattner HMU Potsdam" userId="b781a7f8-b6b6-4bfe-b2a2-6a9fc406e1ad" providerId="ADAL" clId="{81870118-E686-41A4-B317-CF87E52AA9E2}" dt="2024-10-15T07:50:36.377" v="395"/>
          <ac:spMkLst>
            <pc:docMk/>
            <pc:sldMk cId="1144054476" sldId="288"/>
            <ac:spMk id="10" creationId="{3F36E59E-1E42-4B87-B4B0-AC3E6EC10CA4}"/>
          </ac:spMkLst>
        </pc:spChg>
        <pc:picChg chg="add mod">
          <ac:chgData name="Florian Kattner HMU Potsdam" userId="b781a7f8-b6b6-4bfe-b2a2-6a9fc406e1ad" providerId="ADAL" clId="{81870118-E686-41A4-B317-CF87E52AA9E2}" dt="2024-10-15T07:33:11.478" v="236" actId="1076"/>
          <ac:picMkLst>
            <pc:docMk/>
            <pc:sldMk cId="1144054476" sldId="288"/>
            <ac:picMk id="6" creationId="{DE665CA3-79DD-47D4-B69E-21B4C275B1B7}"/>
          </ac:picMkLst>
        </pc:picChg>
        <pc:picChg chg="del">
          <ac:chgData name="Florian Kattner HMU Potsdam" userId="b781a7f8-b6b6-4bfe-b2a2-6a9fc406e1ad" providerId="ADAL" clId="{81870118-E686-41A4-B317-CF87E52AA9E2}" dt="2024-10-15T07:32:56.533" v="231" actId="478"/>
          <ac:picMkLst>
            <pc:docMk/>
            <pc:sldMk cId="1144054476" sldId="288"/>
            <ac:picMk id="7" creationId="{0F6EA157-6B8C-4197-9316-C4032EABAE7D}"/>
          </ac:picMkLst>
        </pc:picChg>
      </pc:sldChg>
      <pc:sldChg chg="addSp modSp add mod ord modNotesTx">
        <pc:chgData name="Florian Kattner HMU Potsdam" userId="b781a7f8-b6b6-4bfe-b2a2-6a9fc406e1ad" providerId="ADAL" clId="{81870118-E686-41A4-B317-CF87E52AA9E2}" dt="2024-10-15T07:50:37.335" v="396"/>
        <pc:sldMkLst>
          <pc:docMk/>
          <pc:sldMk cId="848032458" sldId="289"/>
        </pc:sldMkLst>
        <pc:spChg chg="add mod">
          <ac:chgData name="Florian Kattner HMU Potsdam" userId="b781a7f8-b6b6-4bfe-b2a2-6a9fc406e1ad" providerId="ADAL" clId="{81870118-E686-41A4-B317-CF87E52AA9E2}" dt="2024-10-15T07:36:29.233" v="330"/>
          <ac:spMkLst>
            <pc:docMk/>
            <pc:sldMk cId="848032458" sldId="289"/>
            <ac:spMk id="7" creationId="{72B48E7A-4A99-4BFA-A291-ACDACF771CB6}"/>
          </ac:spMkLst>
        </pc:spChg>
        <pc:spChg chg="add mod">
          <ac:chgData name="Florian Kattner HMU Potsdam" userId="b781a7f8-b6b6-4bfe-b2a2-6a9fc406e1ad" providerId="ADAL" clId="{81870118-E686-41A4-B317-CF87E52AA9E2}" dt="2024-10-15T07:50:37.335" v="396"/>
          <ac:spMkLst>
            <pc:docMk/>
            <pc:sldMk cId="848032458" sldId="289"/>
            <ac:spMk id="8" creationId="{38342236-E429-4405-B5EA-9C45E4F816D5}"/>
          </ac:spMkLst>
        </pc:spChg>
        <pc:spChg chg="add mod">
          <ac:chgData name="Florian Kattner HMU Potsdam" userId="b781a7f8-b6b6-4bfe-b2a2-6a9fc406e1ad" providerId="ADAL" clId="{81870118-E686-41A4-B317-CF87E52AA9E2}" dt="2024-10-15T07:50:37.335" v="396"/>
          <ac:spMkLst>
            <pc:docMk/>
            <pc:sldMk cId="848032458" sldId="289"/>
            <ac:spMk id="9" creationId="{B8CF184C-B51E-474D-94CB-FD6A60522C8F}"/>
          </ac:spMkLst>
        </pc:spChg>
        <pc:picChg chg="add mod">
          <ac:chgData name="Florian Kattner HMU Potsdam" userId="b781a7f8-b6b6-4bfe-b2a2-6a9fc406e1ad" providerId="ADAL" clId="{81870118-E686-41A4-B317-CF87E52AA9E2}" dt="2024-10-15T07:33:22.247" v="239" actId="1076"/>
          <ac:picMkLst>
            <pc:docMk/>
            <pc:sldMk cId="848032458" sldId="289"/>
            <ac:picMk id="6" creationId="{5073AE2C-4F3F-45A1-9F41-D00981F87524}"/>
          </ac:picMkLst>
        </pc:picChg>
      </pc:sldChg>
      <pc:sldChg chg="addSp modSp add mod ord modNotesTx">
        <pc:chgData name="Florian Kattner HMU Potsdam" userId="b781a7f8-b6b6-4bfe-b2a2-6a9fc406e1ad" providerId="ADAL" clId="{81870118-E686-41A4-B317-CF87E52AA9E2}" dt="2024-10-15T07:50:39.804" v="398"/>
        <pc:sldMkLst>
          <pc:docMk/>
          <pc:sldMk cId="3142874931" sldId="290"/>
        </pc:sldMkLst>
        <pc:spChg chg="add mod">
          <ac:chgData name="Florian Kattner HMU Potsdam" userId="b781a7f8-b6b6-4bfe-b2a2-6a9fc406e1ad" providerId="ADAL" clId="{81870118-E686-41A4-B317-CF87E52AA9E2}" dt="2024-10-15T07:36:30.344" v="331"/>
          <ac:spMkLst>
            <pc:docMk/>
            <pc:sldMk cId="3142874931" sldId="290"/>
            <ac:spMk id="7" creationId="{E54DBC37-3349-4F32-8F5A-1472F0C5CD3C}"/>
          </ac:spMkLst>
        </pc:spChg>
        <pc:spChg chg="add mod">
          <ac:chgData name="Florian Kattner HMU Potsdam" userId="b781a7f8-b6b6-4bfe-b2a2-6a9fc406e1ad" providerId="ADAL" clId="{81870118-E686-41A4-B317-CF87E52AA9E2}" dt="2024-10-15T07:50:39.804" v="398"/>
          <ac:spMkLst>
            <pc:docMk/>
            <pc:sldMk cId="3142874931" sldId="290"/>
            <ac:spMk id="8" creationId="{BF659117-0185-43AD-A72B-89203A15A628}"/>
          </ac:spMkLst>
        </pc:spChg>
        <pc:spChg chg="add mod">
          <ac:chgData name="Florian Kattner HMU Potsdam" userId="b781a7f8-b6b6-4bfe-b2a2-6a9fc406e1ad" providerId="ADAL" clId="{81870118-E686-41A4-B317-CF87E52AA9E2}" dt="2024-10-15T07:50:39.804" v="398"/>
          <ac:spMkLst>
            <pc:docMk/>
            <pc:sldMk cId="3142874931" sldId="290"/>
            <ac:spMk id="9" creationId="{DBFF51DF-4625-43AF-9030-9F04EF843BD3}"/>
          </ac:spMkLst>
        </pc:spChg>
        <pc:picChg chg="add mod">
          <ac:chgData name="Florian Kattner HMU Potsdam" userId="b781a7f8-b6b6-4bfe-b2a2-6a9fc406e1ad" providerId="ADAL" clId="{81870118-E686-41A4-B317-CF87E52AA9E2}" dt="2024-10-15T07:33:31.931" v="242" actId="1076"/>
          <ac:picMkLst>
            <pc:docMk/>
            <pc:sldMk cId="3142874931" sldId="290"/>
            <ac:picMk id="6" creationId="{1B3BBC42-F8DF-4D90-BFE2-253AB91E8ABC}"/>
          </ac:picMkLst>
        </pc:picChg>
      </pc:sldChg>
      <pc:sldChg chg="addSp delSp modSp add mod ord modNotesTx">
        <pc:chgData name="Florian Kattner HMU Potsdam" userId="b781a7f8-b6b6-4bfe-b2a2-6a9fc406e1ad" providerId="ADAL" clId="{81870118-E686-41A4-B317-CF87E52AA9E2}" dt="2024-10-15T07:50:22.650" v="392" actId="14100"/>
        <pc:sldMkLst>
          <pc:docMk/>
          <pc:sldMk cId="219609662" sldId="291"/>
        </pc:sldMkLst>
        <pc:spChg chg="add mod">
          <ac:chgData name="Florian Kattner HMU Potsdam" userId="b781a7f8-b6b6-4bfe-b2a2-6a9fc406e1ad" providerId="ADAL" clId="{81870118-E686-41A4-B317-CF87E52AA9E2}" dt="2024-10-15T07:36:31.249" v="332"/>
          <ac:spMkLst>
            <pc:docMk/>
            <pc:sldMk cId="219609662" sldId="291"/>
            <ac:spMk id="9" creationId="{98835C74-0495-4755-AD37-1B623B49431D}"/>
          </ac:spMkLst>
        </pc:spChg>
        <pc:spChg chg="add del mod">
          <ac:chgData name="Florian Kattner HMU Potsdam" userId="b781a7f8-b6b6-4bfe-b2a2-6a9fc406e1ad" providerId="ADAL" clId="{81870118-E686-41A4-B317-CF87E52AA9E2}" dt="2024-10-15T07:49:41.935" v="383"/>
          <ac:spMkLst>
            <pc:docMk/>
            <pc:sldMk cId="219609662" sldId="291"/>
            <ac:spMk id="10" creationId="{486EE9BD-FD86-4164-A7CF-94A4B8750156}"/>
          </ac:spMkLst>
        </pc:spChg>
        <pc:spChg chg="add del mod">
          <ac:chgData name="Florian Kattner HMU Potsdam" userId="b781a7f8-b6b6-4bfe-b2a2-6a9fc406e1ad" providerId="ADAL" clId="{81870118-E686-41A4-B317-CF87E52AA9E2}" dt="2024-10-15T07:49:41.935" v="383"/>
          <ac:spMkLst>
            <pc:docMk/>
            <pc:sldMk cId="219609662" sldId="291"/>
            <ac:spMk id="11" creationId="{93F59768-C4F6-46B2-8A74-F0B6D8DAEB1E}"/>
          </ac:spMkLst>
        </pc:spChg>
        <pc:spChg chg="add mod">
          <ac:chgData name="Florian Kattner HMU Potsdam" userId="b781a7f8-b6b6-4bfe-b2a2-6a9fc406e1ad" providerId="ADAL" clId="{81870118-E686-41A4-B317-CF87E52AA9E2}" dt="2024-10-15T07:49:53.145" v="386" actId="2085"/>
          <ac:spMkLst>
            <pc:docMk/>
            <pc:sldMk cId="219609662" sldId="291"/>
            <ac:spMk id="12" creationId="{41302BD5-D577-4ED4-B68F-94C78E34E2FF}"/>
          </ac:spMkLst>
        </pc:spChg>
        <pc:spChg chg="add mod">
          <ac:chgData name="Florian Kattner HMU Potsdam" userId="b781a7f8-b6b6-4bfe-b2a2-6a9fc406e1ad" providerId="ADAL" clId="{81870118-E686-41A4-B317-CF87E52AA9E2}" dt="2024-10-15T07:50:22.650" v="392" actId="14100"/>
          <ac:spMkLst>
            <pc:docMk/>
            <pc:sldMk cId="219609662" sldId="291"/>
            <ac:spMk id="13" creationId="{50CB664F-59E5-4321-9D47-5D9BD544E4EF}"/>
          </ac:spMkLst>
        </pc:spChg>
        <pc:picChg chg="mod">
          <ac:chgData name="Florian Kattner HMU Potsdam" userId="b781a7f8-b6b6-4bfe-b2a2-6a9fc406e1ad" providerId="ADAL" clId="{81870118-E686-41A4-B317-CF87E52AA9E2}" dt="2024-10-15T07:49:27.568" v="381"/>
          <ac:picMkLst>
            <pc:docMk/>
            <pc:sldMk cId="219609662" sldId="291"/>
            <ac:picMk id="4" creationId="{00000000-0000-0000-0000-000000000000}"/>
          </ac:picMkLst>
        </pc:picChg>
        <pc:picChg chg="del">
          <ac:chgData name="Florian Kattner HMU Potsdam" userId="b781a7f8-b6b6-4bfe-b2a2-6a9fc406e1ad" providerId="ADAL" clId="{81870118-E686-41A4-B317-CF87E52AA9E2}" dt="2024-10-15T07:33:37.206" v="244" actId="478"/>
          <ac:picMkLst>
            <pc:docMk/>
            <pc:sldMk cId="219609662" sldId="291"/>
            <ac:picMk id="6" creationId="{1B3BBC42-F8DF-4D90-BFE2-253AB91E8ABC}"/>
          </ac:picMkLst>
        </pc:picChg>
        <pc:picChg chg="add mod">
          <ac:chgData name="Florian Kattner HMU Potsdam" userId="b781a7f8-b6b6-4bfe-b2a2-6a9fc406e1ad" providerId="ADAL" clId="{81870118-E686-41A4-B317-CF87E52AA9E2}" dt="2024-10-15T07:33:49.779" v="248" actId="1076"/>
          <ac:picMkLst>
            <pc:docMk/>
            <pc:sldMk cId="219609662" sldId="291"/>
            <ac:picMk id="7" creationId="{69D8C6FB-FFEC-4BC4-8208-468B715AED4F}"/>
          </ac:picMkLst>
        </pc:picChg>
        <pc:picChg chg="add del mod">
          <ac:chgData name="Florian Kattner HMU Potsdam" userId="b781a7f8-b6b6-4bfe-b2a2-6a9fc406e1ad" providerId="ADAL" clId="{81870118-E686-41A4-B317-CF87E52AA9E2}" dt="2024-10-15T07:35:13.993" v="289" actId="478"/>
          <ac:picMkLst>
            <pc:docMk/>
            <pc:sldMk cId="219609662" sldId="291"/>
            <ac:picMk id="8" creationId="{94ED71AA-4FEC-4219-819D-AB23298B23D5}"/>
          </ac:picMkLst>
        </pc:picChg>
      </pc:sldChg>
      <pc:sldChg chg="addSp modSp add">
        <pc:chgData name="Florian Kattner HMU Potsdam" userId="b781a7f8-b6b6-4bfe-b2a2-6a9fc406e1ad" providerId="ADAL" clId="{81870118-E686-41A4-B317-CF87E52AA9E2}" dt="2024-10-15T07:50:42.890" v="400"/>
        <pc:sldMkLst>
          <pc:docMk/>
          <pc:sldMk cId="1132753351" sldId="292"/>
        </pc:sldMkLst>
        <pc:spChg chg="add mod">
          <ac:chgData name="Florian Kattner HMU Potsdam" userId="b781a7f8-b6b6-4bfe-b2a2-6a9fc406e1ad" providerId="ADAL" clId="{81870118-E686-41A4-B317-CF87E52AA9E2}" dt="2024-10-15T07:50:42.890" v="400"/>
          <ac:spMkLst>
            <pc:docMk/>
            <pc:sldMk cId="1132753351" sldId="292"/>
            <ac:spMk id="8" creationId="{0E7E1B73-6DB5-4B0E-AD56-6BE83D96B128}"/>
          </ac:spMkLst>
        </pc:spChg>
        <pc:spChg chg="add mod">
          <ac:chgData name="Florian Kattner HMU Potsdam" userId="b781a7f8-b6b6-4bfe-b2a2-6a9fc406e1ad" providerId="ADAL" clId="{81870118-E686-41A4-B317-CF87E52AA9E2}" dt="2024-10-15T07:50:42.890" v="400"/>
          <ac:spMkLst>
            <pc:docMk/>
            <pc:sldMk cId="1132753351" sldId="292"/>
            <ac:spMk id="9" creationId="{08F1FDF5-8B34-4AE0-9AAC-56372D44594F}"/>
          </ac:spMkLst>
        </pc:spChg>
      </pc:sldChg>
      <pc:sldChg chg="addSp modSp add ord">
        <pc:chgData name="Florian Kattner HMU Potsdam" userId="b781a7f8-b6b6-4bfe-b2a2-6a9fc406e1ad" providerId="ADAL" clId="{81870118-E686-41A4-B317-CF87E52AA9E2}" dt="2024-10-15T07:50:45.478" v="401"/>
        <pc:sldMkLst>
          <pc:docMk/>
          <pc:sldMk cId="2728260857" sldId="293"/>
        </pc:sldMkLst>
        <pc:spChg chg="add mod">
          <ac:chgData name="Florian Kattner HMU Potsdam" userId="b781a7f8-b6b6-4bfe-b2a2-6a9fc406e1ad" providerId="ADAL" clId="{81870118-E686-41A4-B317-CF87E52AA9E2}" dt="2024-10-15T07:50:45.478" v="401"/>
          <ac:spMkLst>
            <pc:docMk/>
            <pc:sldMk cId="2728260857" sldId="293"/>
            <ac:spMk id="6" creationId="{1E6BBD4A-804A-423F-B052-4B43D95F9125}"/>
          </ac:spMkLst>
        </pc:spChg>
        <pc:spChg chg="add mod">
          <ac:chgData name="Florian Kattner HMU Potsdam" userId="b781a7f8-b6b6-4bfe-b2a2-6a9fc406e1ad" providerId="ADAL" clId="{81870118-E686-41A4-B317-CF87E52AA9E2}" dt="2024-10-15T07:50:45.478" v="401"/>
          <ac:spMkLst>
            <pc:docMk/>
            <pc:sldMk cId="2728260857" sldId="293"/>
            <ac:spMk id="9" creationId="{202E6126-7EB7-4AA4-92A9-5CC41AF04172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40.947" v="399"/>
        <pc:sldMkLst>
          <pc:docMk/>
          <pc:sldMk cId="2831488471" sldId="294"/>
        </pc:sldMkLst>
        <pc:spChg chg="add mod">
          <ac:chgData name="Florian Kattner HMU Potsdam" userId="b781a7f8-b6b6-4bfe-b2a2-6a9fc406e1ad" providerId="ADAL" clId="{81870118-E686-41A4-B317-CF87E52AA9E2}" dt="2024-10-15T07:50:40.947" v="399"/>
          <ac:spMkLst>
            <pc:docMk/>
            <pc:sldMk cId="2831488471" sldId="294"/>
            <ac:spMk id="8" creationId="{8CA1BB2D-E2B4-4CAD-9DF3-E7D137AF203D}"/>
          </ac:spMkLst>
        </pc:spChg>
        <pc:spChg chg="add mod">
          <ac:chgData name="Florian Kattner HMU Potsdam" userId="b781a7f8-b6b6-4bfe-b2a2-6a9fc406e1ad" providerId="ADAL" clId="{81870118-E686-41A4-B317-CF87E52AA9E2}" dt="2024-10-15T07:50:40.947" v="399"/>
          <ac:spMkLst>
            <pc:docMk/>
            <pc:sldMk cId="2831488471" sldId="294"/>
            <ac:spMk id="9" creationId="{27E3D9A9-B0F3-41C6-AB9F-CDCCAEFEBE66}"/>
          </ac:spMkLst>
        </pc:spChg>
      </pc:sldChg>
      <pc:sldChg chg="addSp modSp add ord">
        <pc:chgData name="Florian Kattner HMU Potsdam" userId="b781a7f8-b6b6-4bfe-b2a2-6a9fc406e1ad" providerId="ADAL" clId="{81870118-E686-41A4-B317-CF87E52AA9E2}" dt="2024-10-15T07:50:47.514" v="403"/>
        <pc:sldMkLst>
          <pc:docMk/>
          <pc:sldMk cId="3195322253" sldId="295"/>
        </pc:sldMkLst>
        <pc:spChg chg="add mod">
          <ac:chgData name="Florian Kattner HMU Potsdam" userId="b781a7f8-b6b6-4bfe-b2a2-6a9fc406e1ad" providerId="ADAL" clId="{81870118-E686-41A4-B317-CF87E52AA9E2}" dt="2024-10-15T07:50:47.514" v="403"/>
          <ac:spMkLst>
            <pc:docMk/>
            <pc:sldMk cId="3195322253" sldId="295"/>
            <ac:spMk id="8" creationId="{16A05F5F-C4A4-4BFA-862D-4997940D74B3}"/>
          </ac:spMkLst>
        </pc:spChg>
        <pc:spChg chg="add mod">
          <ac:chgData name="Florian Kattner HMU Potsdam" userId="b781a7f8-b6b6-4bfe-b2a2-6a9fc406e1ad" providerId="ADAL" clId="{81870118-E686-41A4-B317-CF87E52AA9E2}" dt="2024-10-15T07:50:47.514" v="403"/>
          <ac:spMkLst>
            <pc:docMk/>
            <pc:sldMk cId="3195322253" sldId="295"/>
            <ac:spMk id="9" creationId="{33C17B37-F86B-4663-B9C0-91D07485701A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46.502" v="402"/>
        <pc:sldMkLst>
          <pc:docMk/>
          <pc:sldMk cId="3546758684" sldId="296"/>
        </pc:sldMkLst>
        <pc:spChg chg="add mod">
          <ac:chgData name="Florian Kattner HMU Potsdam" userId="b781a7f8-b6b6-4bfe-b2a2-6a9fc406e1ad" providerId="ADAL" clId="{81870118-E686-41A4-B317-CF87E52AA9E2}" dt="2024-10-15T07:50:46.502" v="402"/>
          <ac:spMkLst>
            <pc:docMk/>
            <pc:sldMk cId="3546758684" sldId="296"/>
            <ac:spMk id="6" creationId="{07AEDB9D-630B-47F4-B7E5-4ABF8A26FD8C}"/>
          </ac:spMkLst>
        </pc:spChg>
        <pc:spChg chg="add mod">
          <ac:chgData name="Florian Kattner HMU Potsdam" userId="b781a7f8-b6b6-4bfe-b2a2-6a9fc406e1ad" providerId="ADAL" clId="{81870118-E686-41A4-B317-CF87E52AA9E2}" dt="2024-10-15T07:50:46.502" v="402"/>
          <ac:spMkLst>
            <pc:docMk/>
            <pc:sldMk cId="3546758684" sldId="296"/>
            <ac:spMk id="8" creationId="{23BE3699-948A-478C-8622-B05C3D0BAD36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49.792" v="404"/>
        <pc:sldMkLst>
          <pc:docMk/>
          <pc:sldMk cId="4254803211" sldId="297"/>
        </pc:sldMkLst>
        <pc:spChg chg="add mod">
          <ac:chgData name="Florian Kattner HMU Potsdam" userId="b781a7f8-b6b6-4bfe-b2a2-6a9fc406e1ad" providerId="ADAL" clId="{81870118-E686-41A4-B317-CF87E52AA9E2}" dt="2024-10-15T07:50:49.792" v="404"/>
          <ac:spMkLst>
            <pc:docMk/>
            <pc:sldMk cId="4254803211" sldId="297"/>
            <ac:spMk id="7" creationId="{3784A854-3278-43CF-B356-306C6FB5EC6D}"/>
          </ac:spMkLst>
        </pc:spChg>
        <pc:spChg chg="add mod">
          <ac:chgData name="Florian Kattner HMU Potsdam" userId="b781a7f8-b6b6-4bfe-b2a2-6a9fc406e1ad" providerId="ADAL" clId="{81870118-E686-41A4-B317-CF87E52AA9E2}" dt="2024-10-15T07:50:49.792" v="404"/>
          <ac:spMkLst>
            <pc:docMk/>
            <pc:sldMk cId="4254803211" sldId="297"/>
            <ac:spMk id="8" creationId="{6712C475-6CBF-4F92-9A5B-54EDA363B5C7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51.716" v="406"/>
        <pc:sldMkLst>
          <pc:docMk/>
          <pc:sldMk cId="2909620777" sldId="298"/>
        </pc:sldMkLst>
        <pc:spChg chg="add mod">
          <ac:chgData name="Florian Kattner HMU Potsdam" userId="b781a7f8-b6b6-4bfe-b2a2-6a9fc406e1ad" providerId="ADAL" clId="{81870118-E686-41A4-B317-CF87E52AA9E2}" dt="2024-10-15T07:50:51.716" v="406"/>
          <ac:spMkLst>
            <pc:docMk/>
            <pc:sldMk cId="2909620777" sldId="298"/>
            <ac:spMk id="7" creationId="{0CAB8653-6621-4CBF-A8D7-5F1290A51B64}"/>
          </ac:spMkLst>
        </pc:spChg>
        <pc:spChg chg="add mod">
          <ac:chgData name="Florian Kattner HMU Potsdam" userId="b781a7f8-b6b6-4bfe-b2a2-6a9fc406e1ad" providerId="ADAL" clId="{81870118-E686-41A4-B317-CF87E52AA9E2}" dt="2024-10-15T07:50:51.716" v="406"/>
          <ac:spMkLst>
            <pc:docMk/>
            <pc:sldMk cId="2909620777" sldId="298"/>
            <ac:spMk id="9" creationId="{CBEE28E5-E18E-496C-9D0A-15D562941F14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52.584" v="407"/>
        <pc:sldMkLst>
          <pc:docMk/>
          <pc:sldMk cId="648110274" sldId="299"/>
        </pc:sldMkLst>
        <pc:spChg chg="add mod">
          <ac:chgData name="Florian Kattner HMU Potsdam" userId="b781a7f8-b6b6-4bfe-b2a2-6a9fc406e1ad" providerId="ADAL" clId="{81870118-E686-41A4-B317-CF87E52AA9E2}" dt="2024-10-15T07:50:52.584" v="407"/>
          <ac:spMkLst>
            <pc:docMk/>
            <pc:sldMk cId="648110274" sldId="299"/>
            <ac:spMk id="8" creationId="{177A8758-C925-4F62-95F3-607F9873489B}"/>
          </ac:spMkLst>
        </pc:spChg>
        <pc:spChg chg="add mod">
          <ac:chgData name="Florian Kattner HMU Potsdam" userId="b781a7f8-b6b6-4bfe-b2a2-6a9fc406e1ad" providerId="ADAL" clId="{81870118-E686-41A4-B317-CF87E52AA9E2}" dt="2024-10-15T07:50:52.584" v="407"/>
          <ac:spMkLst>
            <pc:docMk/>
            <pc:sldMk cId="648110274" sldId="299"/>
            <ac:spMk id="9" creationId="{8F873E94-0968-4C94-9464-C350051E2670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53.485" v="408"/>
        <pc:sldMkLst>
          <pc:docMk/>
          <pc:sldMk cId="3503655799" sldId="300"/>
        </pc:sldMkLst>
        <pc:spChg chg="add mod">
          <ac:chgData name="Florian Kattner HMU Potsdam" userId="b781a7f8-b6b6-4bfe-b2a2-6a9fc406e1ad" providerId="ADAL" clId="{81870118-E686-41A4-B317-CF87E52AA9E2}" dt="2024-10-15T07:50:53.485" v="408"/>
          <ac:spMkLst>
            <pc:docMk/>
            <pc:sldMk cId="3503655799" sldId="300"/>
            <ac:spMk id="8" creationId="{89778427-2107-4A01-B11B-E7D5B02F606D}"/>
          </ac:spMkLst>
        </pc:spChg>
        <pc:spChg chg="add mod">
          <ac:chgData name="Florian Kattner HMU Potsdam" userId="b781a7f8-b6b6-4bfe-b2a2-6a9fc406e1ad" providerId="ADAL" clId="{81870118-E686-41A4-B317-CF87E52AA9E2}" dt="2024-10-15T07:50:53.485" v="408"/>
          <ac:spMkLst>
            <pc:docMk/>
            <pc:sldMk cId="3503655799" sldId="300"/>
            <ac:spMk id="9" creationId="{8E330715-56F0-4259-A606-837501C3BE91}"/>
          </ac:spMkLst>
        </pc:spChg>
      </pc:sldChg>
      <pc:sldChg chg="addSp modSp add ord">
        <pc:chgData name="Florian Kattner HMU Potsdam" userId="b781a7f8-b6b6-4bfe-b2a2-6a9fc406e1ad" providerId="ADAL" clId="{81870118-E686-41A4-B317-CF87E52AA9E2}" dt="2024-10-15T07:50:50.752" v="405"/>
        <pc:sldMkLst>
          <pc:docMk/>
          <pc:sldMk cId="1110529409" sldId="301"/>
        </pc:sldMkLst>
        <pc:spChg chg="add mod">
          <ac:chgData name="Florian Kattner HMU Potsdam" userId="b781a7f8-b6b6-4bfe-b2a2-6a9fc406e1ad" providerId="ADAL" clId="{81870118-E686-41A4-B317-CF87E52AA9E2}" dt="2024-10-15T07:50:50.752" v="405"/>
          <ac:spMkLst>
            <pc:docMk/>
            <pc:sldMk cId="1110529409" sldId="301"/>
            <ac:spMk id="8" creationId="{305E1889-D374-4527-A63C-7F15F2638B98}"/>
          </ac:spMkLst>
        </pc:spChg>
        <pc:spChg chg="add mod">
          <ac:chgData name="Florian Kattner HMU Potsdam" userId="b781a7f8-b6b6-4bfe-b2a2-6a9fc406e1ad" providerId="ADAL" clId="{81870118-E686-41A4-B317-CF87E52AA9E2}" dt="2024-10-15T07:50:50.752" v="405"/>
          <ac:spMkLst>
            <pc:docMk/>
            <pc:sldMk cId="1110529409" sldId="301"/>
            <ac:spMk id="9" creationId="{77D0FDE2-A569-4F2C-8404-0A9FB8372D12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54.411" v="409"/>
        <pc:sldMkLst>
          <pc:docMk/>
          <pc:sldMk cId="3987991885" sldId="302"/>
        </pc:sldMkLst>
        <pc:spChg chg="add mod">
          <ac:chgData name="Florian Kattner HMU Potsdam" userId="b781a7f8-b6b6-4bfe-b2a2-6a9fc406e1ad" providerId="ADAL" clId="{81870118-E686-41A4-B317-CF87E52AA9E2}" dt="2024-10-15T07:50:54.411" v="409"/>
          <ac:spMkLst>
            <pc:docMk/>
            <pc:sldMk cId="3987991885" sldId="302"/>
            <ac:spMk id="8" creationId="{7720C0F6-47A2-4A74-BF57-4F4E86678F5D}"/>
          </ac:spMkLst>
        </pc:spChg>
        <pc:spChg chg="add mod">
          <ac:chgData name="Florian Kattner HMU Potsdam" userId="b781a7f8-b6b6-4bfe-b2a2-6a9fc406e1ad" providerId="ADAL" clId="{81870118-E686-41A4-B317-CF87E52AA9E2}" dt="2024-10-15T07:50:54.411" v="409"/>
          <ac:spMkLst>
            <pc:docMk/>
            <pc:sldMk cId="3987991885" sldId="302"/>
            <ac:spMk id="9" creationId="{ADDFEF32-ACF9-4047-8000-95834046A484}"/>
          </ac:spMkLst>
        </pc:spChg>
      </pc:sldChg>
      <pc:sldChg chg="addSp modSp add mod">
        <pc:chgData name="Florian Kattner HMU Potsdam" userId="b781a7f8-b6b6-4bfe-b2a2-6a9fc406e1ad" providerId="ADAL" clId="{81870118-E686-41A4-B317-CF87E52AA9E2}" dt="2024-10-15T07:50:57.253" v="412" actId="1036"/>
        <pc:sldMkLst>
          <pc:docMk/>
          <pc:sldMk cId="2213027157" sldId="303"/>
        </pc:sldMkLst>
        <pc:spChg chg="add mod">
          <ac:chgData name="Florian Kattner HMU Potsdam" userId="b781a7f8-b6b6-4bfe-b2a2-6a9fc406e1ad" providerId="ADAL" clId="{81870118-E686-41A4-B317-CF87E52AA9E2}" dt="2024-10-15T07:50:57.253" v="412" actId="1036"/>
          <ac:spMkLst>
            <pc:docMk/>
            <pc:sldMk cId="2213027157" sldId="303"/>
            <ac:spMk id="6" creationId="{FF104632-312D-41CB-B068-00ED22F69F8E}"/>
          </ac:spMkLst>
        </pc:spChg>
        <pc:spChg chg="add mod">
          <ac:chgData name="Florian Kattner HMU Potsdam" userId="b781a7f8-b6b6-4bfe-b2a2-6a9fc406e1ad" providerId="ADAL" clId="{81870118-E686-41A4-B317-CF87E52AA9E2}" dt="2024-10-15T07:50:57.253" v="412" actId="1036"/>
          <ac:spMkLst>
            <pc:docMk/>
            <pc:sldMk cId="2213027157" sldId="303"/>
            <ac:spMk id="9" creationId="{D813923D-08FC-47A9-BA0A-25891538632A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0:59.440" v="413"/>
        <pc:sldMkLst>
          <pc:docMk/>
          <pc:sldMk cId="1659583295" sldId="304"/>
        </pc:sldMkLst>
        <pc:spChg chg="add mod">
          <ac:chgData name="Florian Kattner HMU Potsdam" userId="b781a7f8-b6b6-4bfe-b2a2-6a9fc406e1ad" providerId="ADAL" clId="{81870118-E686-41A4-B317-CF87E52AA9E2}" dt="2024-10-15T07:50:59.440" v="413"/>
          <ac:spMkLst>
            <pc:docMk/>
            <pc:sldMk cId="1659583295" sldId="304"/>
            <ac:spMk id="8" creationId="{057B5AA2-810F-4416-88F3-6F4B005752A5}"/>
          </ac:spMkLst>
        </pc:spChg>
        <pc:spChg chg="add mod">
          <ac:chgData name="Florian Kattner HMU Potsdam" userId="b781a7f8-b6b6-4bfe-b2a2-6a9fc406e1ad" providerId="ADAL" clId="{81870118-E686-41A4-B317-CF87E52AA9E2}" dt="2024-10-15T07:50:59.440" v="413"/>
          <ac:spMkLst>
            <pc:docMk/>
            <pc:sldMk cId="1659583295" sldId="304"/>
            <ac:spMk id="9" creationId="{C0D4ABAE-EF95-4F49-A91A-FC464562FCBB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1:00.264" v="414"/>
        <pc:sldMkLst>
          <pc:docMk/>
          <pc:sldMk cId="1310587712" sldId="305"/>
        </pc:sldMkLst>
        <pc:spChg chg="add mod">
          <ac:chgData name="Florian Kattner HMU Potsdam" userId="b781a7f8-b6b6-4bfe-b2a2-6a9fc406e1ad" providerId="ADAL" clId="{81870118-E686-41A4-B317-CF87E52AA9E2}" dt="2024-10-15T07:51:00.264" v="414"/>
          <ac:spMkLst>
            <pc:docMk/>
            <pc:sldMk cId="1310587712" sldId="305"/>
            <ac:spMk id="8" creationId="{931256B2-A21E-4096-9B7D-14D87AC7F0F4}"/>
          </ac:spMkLst>
        </pc:spChg>
        <pc:spChg chg="add mod">
          <ac:chgData name="Florian Kattner HMU Potsdam" userId="b781a7f8-b6b6-4bfe-b2a2-6a9fc406e1ad" providerId="ADAL" clId="{81870118-E686-41A4-B317-CF87E52AA9E2}" dt="2024-10-15T07:51:00.264" v="414"/>
          <ac:spMkLst>
            <pc:docMk/>
            <pc:sldMk cId="1310587712" sldId="305"/>
            <ac:spMk id="9" creationId="{E30379FF-AA57-42D3-89BE-ADA4936F0938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1:01.103" v="415"/>
        <pc:sldMkLst>
          <pc:docMk/>
          <pc:sldMk cId="2561169285" sldId="306"/>
        </pc:sldMkLst>
        <pc:spChg chg="add mod">
          <ac:chgData name="Florian Kattner HMU Potsdam" userId="b781a7f8-b6b6-4bfe-b2a2-6a9fc406e1ad" providerId="ADAL" clId="{81870118-E686-41A4-B317-CF87E52AA9E2}" dt="2024-10-15T07:51:01.103" v="415"/>
          <ac:spMkLst>
            <pc:docMk/>
            <pc:sldMk cId="2561169285" sldId="306"/>
            <ac:spMk id="6" creationId="{4C50E318-C10E-4EA2-8FF8-D971FF17E5A3}"/>
          </ac:spMkLst>
        </pc:spChg>
        <pc:spChg chg="add mod">
          <ac:chgData name="Florian Kattner HMU Potsdam" userId="b781a7f8-b6b6-4bfe-b2a2-6a9fc406e1ad" providerId="ADAL" clId="{81870118-E686-41A4-B317-CF87E52AA9E2}" dt="2024-10-15T07:51:01.103" v="415"/>
          <ac:spMkLst>
            <pc:docMk/>
            <pc:sldMk cId="2561169285" sldId="306"/>
            <ac:spMk id="8" creationId="{412855F8-D64F-43CE-B048-258597B01E7F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1:01.906" v="416"/>
        <pc:sldMkLst>
          <pc:docMk/>
          <pc:sldMk cId="1075881395" sldId="307"/>
        </pc:sldMkLst>
        <pc:spChg chg="add mod">
          <ac:chgData name="Florian Kattner HMU Potsdam" userId="b781a7f8-b6b6-4bfe-b2a2-6a9fc406e1ad" providerId="ADAL" clId="{81870118-E686-41A4-B317-CF87E52AA9E2}" dt="2024-10-15T07:51:01.906" v="416"/>
          <ac:spMkLst>
            <pc:docMk/>
            <pc:sldMk cId="1075881395" sldId="307"/>
            <ac:spMk id="7" creationId="{5BE1CB10-6339-459B-AC0C-DCE150E2A4FB}"/>
          </ac:spMkLst>
        </pc:spChg>
        <pc:spChg chg="add mod">
          <ac:chgData name="Florian Kattner HMU Potsdam" userId="b781a7f8-b6b6-4bfe-b2a2-6a9fc406e1ad" providerId="ADAL" clId="{81870118-E686-41A4-B317-CF87E52AA9E2}" dt="2024-10-15T07:51:01.906" v="416"/>
          <ac:spMkLst>
            <pc:docMk/>
            <pc:sldMk cId="1075881395" sldId="307"/>
            <ac:spMk id="8" creationId="{9E41245B-05D8-4185-BFBF-93003C473D79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1:03.413" v="418"/>
        <pc:sldMkLst>
          <pc:docMk/>
          <pc:sldMk cId="209052638" sldId="308"/>
        </pc:sldMkLst>
        <pc:spChg chg="add mod">
          <ac:chgData name="Florian Kattner HMU Potsdam" userId="b781a7f8-b6b6-4bfe-b2a2-6a9fc406e1ad" providerId="ADAL" clId="{81870118-E686-41A4-B317-CF87E52AA9E2}" dt="2024-10-15T07:51:03.413" v="418"/>
          <ac:spMkLst>
            <pc:docMk/>
            <pc:sldMk cId="209052638" sldId="308"/>
            <ac:spMk id="7" creationId="{E3B7EF1E-AC73-44DC-9343-BBDBDE18305C}"/>
          </ac:spMkLst>
        </pc:spChg>
        <pc:spChg chg="add mod">
          <ac:chgData name="Florian Kattner HMU Potsdam" userId="b781a7f8-b6b6-4bfe-b2a2-6a9fc406e1ad" providerId="ADAL" clId="{81870118-E686-41A4-B317-CF87E52AA9E2}" dt="2024-10-15T07:51:03.413" v="418"/>
          <ac:spMkLst>
            <pc:docMk/>
            <pc:sldMk cId="209052638" sldId="308"/>
            <ac:spMk id="9" creationId="{A5358D3A-79BD-4D8E-8D2D-77BA332DC8E1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1:04.067" v="419"/>
        <pc:sldMkLst>
          <pc:docMk/>
          <pc:sldMk cId="1430128686" sldId="309"/>
        </pc:sldMkLst>
        <pc:spChg chg="add mod">
          <ac:chgData name="Florian Kattner HMU Potsdam" userId="b781a7f8-b6b6-4bfe-b2a2-6a9fc406e1ad" providerId="ADAL" clId="{81870118-E686-41A4-B317-CF87E52AA9E2}" dt="2024-10-15T07:51:04.067" v="419"/>
          <ac:spMkLst>
            <pc:docMk/>
            <pc:sldMk cId="1430128686" sldId="309"/>
            <ac:spMk id="8" creationId="{FCFCF091-1BEE-4D4C-88D1-6EF72837F7F5}"/>
          </ac:spMkLst>
        </pc:spChg>
        <pc:spChg chg="add mod">
          <ac:chgData name="Florian Kattner HMU Potsdam" userId="b781a7f8-b6b6-4bfe-b2a2-6a9fc406e1ad" providerId="ADAL" clId="{81870118-E686-41A4-B317-CF87E52AA9E2}" dt="2024-10-15T07:51:04.067" v="419"/>
          <ac:spMkLst>
            <pc:docMk/>
            <pc:sldMk cId="1430128686" sldId="309"/>
            <ac:spMk id="9" creationId="{D25B725F-917E-477C-A6CE-4E74B1469D53}"/>
          </ac:spMkLst>
        </pc:spChg>
      </pc:sldChg>
      <pc:sldChg chg="addSp modSp add ord">
        <pc:chgData name="Florian Kattner HMU Potsdam" userId="b781a7f8-b6b6-4bfe-b2a2-6a9fc406e1ad" providerId="ADAL" clId="{81870118-E686-41A4-B317-CF87E52AA9E2}" dt="2024-10-15T07:51:02.698" v="417"/>
        <pc:sldMkLst>
          <pc:docMk/>
          <pc:sldMk cId="1354422632" sldId="310"/>
        </pc:sldMkLst>
        <pc:spChg chg="add mod">
          <ac:chgData name="Florian Kattner HMU Potsdam" userId="b781a7f8-b6b6-4bfe-b2a2-6a9fc406e1ad" providerId="ADAL" clId="{81870118-E686-41A4-B317-CF87E52AA9E2}" dt="2024-10-15T07:51:02.698" v="417"/>
          <ac:spMkLst>
            <pc:docMk/>
            <pc:sldMk cId="1354422632" sldId="310"/>
            <ac:spMk id="8" creationId="{FAD78E93-AE94-434B-8065-4CB317CCC87E}"/>
          </ac:spMkLst>
        </pc:spChg>
        <pc:spChg chg="add mod">
          <ac:chgData name="Florian Kattner HMU Potsdam" userId="b781a7f8-b6b6-4bfe-b2a2-6a9fc406e1ad" providerId="ADAL" clId="{81870118-E686-41A4-B317-CF87E52AA9E2}" dt="2024-10-15T07:51:02.698" v="417"/>
          <ac:spMkLst>
            <pc:docMk/>
            <pc:sldMk cId="1354422632" sldId="310"/>
            <ac:spMk id="9" creationId="{704FDE5D-69A0-4052-88B1-49052C0C5879}"/>
          </ac:spMkLst>
        </pc:spChg>
      </pc:sldChg>
      <pc:sldChg chg="addSp modSp add">
        <pc:chgData name="Florian Kattner HMU Potsdam" userId="b781a7f8-b6b6-4bfe-b2a2-6a9fc406e1ad" providerId="ADAL" clId="{81870118-E686-41A4-B317-CF87E52AA9E2}" dt="2024-10-15T07:51:04.876" v="420"/>
        <pc:sldMkLst>
          <pc:docMk/>
          <pc:sldMk cId="33047128" sldId="311"/>
        </pc:sldMkLst>
        <pc:spChg chg="add mod">
          <ac:chgData name="Florian Kattner HMU Potsdam" userId="b781a7f8-b6b6-4bfe-b2a2-6a9fc406e1ad" providerId="ADAL" clId="{81870118-E686-41A4-B317-CF87E52AA9E2}" dt="2024-10-15T07:51:04.876" v="420"/>
          <ac:spMkLst>
            <pc:docMk/>
            <pc:sldMk cId="33047128" sldId="311"/>
            <ac:spMk id="8" creationId="{6B2F44D3-751C-4EF4-9A1B-3F05501D387F}"/>
          </ac:spMkLst>
        </pc:spChg>
        <pc:spChg chg="add mod">
          <ac:chgData name="Florian Kattner HMU Potsdam" userId="b781a7f8-b6b6-4bfe-b2a2-6a9fc406e1ad" providerId="ADAL" clId="{81870118-E686-41A4-B317-CF87E52AA9E2}" dt="2024-10-15T07:51:04.876" v="420"/>
          <ac:spMkLst>
            <pc:docMk/>
            <pc:sldMk cId="33047128" sldId="311"/>
            <ac:spMk id="9" creationId="{C15DE863-9C61-442A-93E1-FB99CA391F2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76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77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27050" y="685800"/>
            <a:ext cx="58039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014413" y="4343400"/>
            <a:ext cx="47148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021388" y="8675688"/>
            <a:ext cx="547687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/>
            </a:lvl1pPr>
          </a:lstStyle>
          <a:p>
            <a:pPr>
              <a:defRPr/>
            </a:pPr>
            <a:fld id="{8AFA1584-6CD1-4DB5-988B-F58F785FE0AA}" type="slidenum">
              <a:rPr lang="de-DE" altLang="de-DE"/>
              <a:pPr>
                <a:defRPr/>
              </a:pPr>
              <a:t>‹Nr.›</a:t>
            </a:fld>
            <a:endParaRPr lang="de-DE" altLang="de-DE"/>
          </a:p>
        </p:txBody>
      </p:sp>
      <p:sp>
        <p:nvSpPr>
          <p:cNvPr id="17414" name="Rectangle 8"/>
          <p:cNvSpPr>
            <a:spLocks noChangeArrowheads="1"/>
          </p:cNvSpPr>
          <p:nvPr/>
        </p:nvSpPr>
        <p:spPr bwMode="auto">
          <a:xfrm>
            <a:off x="66675" y="8796338"/>
            <a:ext cx="6837363" cy="31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algn="ctr" eaLnBrk="1" hangingPunct="1">
              <a:defRPr/>
            </a:pPr>
            <a:r>
              <a:rPr lang="de-DE" altLang="de-DE" sz="900"/>
              <a:t>BITKOM – Bundesverband Informationswirtschaft, Telekommunikation und neue Medien e.V.</a:t>
            </a:r>
          </a:p>
        </p:txBody>
      </p:sp>
      <p:sp>
        <p:nvSpPr>
          <p:cNvPr id="15367" name="Line 9"/>
          <p:cNvSpPr>
            <a:spLocks noChangeShapeType="1"/>
          </p:cNvSpPr>
          <p:nvPr/>
        </p:nvSpPr>
        <p:spPr bwMode="auto">
          <a:xfrm>
            <a:off x="0" y="8675688"/>
            <a:ext cx="6858000" cy="0"/>
          </a:xfrm>
          <a:prstGeom prst="line">
            <a:avLst/>
          </a:prstGeom>
          <a:noFill/>
          <a:ln w="19050">
            <a:solidFill>
              <a:srgbClr val="00426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80975" indent="-180975" algn="l" rtl="0" eaLnBrk="0" fontAlgn="base" hangingPunct="0">
      <a:spcBef>
        <a:spcPct val="30000"/>
      </a:spcBef>
      <a:spcAft>
        <a:spcPct val="0"/>
      </a:spcAft>
      <a:buSzPct val="80000"/>
      <a:buFont typeface="Wingdings" panose="05000000000000000000" pitchFamily="2" charset="2"/>
      <a:buChar char="n"/>
      <a:defRPr sz="10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542925" indent="-182563" algn="l" rtl="0" eaLnBrk="0" fontAlgn="base" hangingPunct="0">
      <a:spcBef>
        <a:spcPct val="30000"/>
      </a:spcBef>
      <a:spcAft>
        <a:spcPct val="0"/>
      </a:spcAft>
      <a:buClr>
        <a:srgbClr val="B3B3B3"/>
      </a:buClr>
      <a:buSzPct val="80000"/>
      <a:buFont typeface="Wingdings" panose="05000000000000000000" pitchFamily="2" charset="2"/>
      <a:buChar char="n"/>
      <a:defRPr sz="1000" kern="1200">
        <a:solidFill>
          <a:schemeClr val="tx1"/>
        </a:solidFill>
        <a:latin typeface="Arial" charset="0"/>
        <a:ea typeface="ＭＳ Ｐゴシック" charset="0"/>
        <a:cs typeface="+mn-cs"/>
      </a:defRPr>
    </a:lvl2pPr>
    <a:lvl3pPr marL="914400" indent="-192088" algn="l" rtl="0" eaLnBrk="0" fontAlgn="base" hangingPunct="0">
      <a:spcBef>
        <a:spcPct val="30000"/>
      </a:spcBef>
      <a:spcAft>
        <a:spcPct val="0"/>
      </a:spcAft>
      <a:buClr>
        <a:srgbClr val="C6C6C6"/>
      </a:buClr>
      <a:buSzPct val="80000"/>
      <a:buFont typeface="Wingdings" panose="05000000000000000000" pitchFamily="2" charset="2"/>
      <a:buChar char="n"/>
      <a:defRPr sz="1000" kern="1200">
        <a:solidFill>
          <a:schemeClr val="tx1"/>
        </a:solidFill>
        <a:latin typeface="Arial" charset="0"/>
        <a:ea typeface="ＭＳ Ｐゴシック" charset="0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122344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7276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3337934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416401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980392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537754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91294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622566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97982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93254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7253178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75385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726862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9749707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632642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334058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22369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5748390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19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02717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101016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B=10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21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0178746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B=8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22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878342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B=11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23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847778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B=9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24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0434643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B=4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25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681226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B=13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26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49217014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27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7178398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B=7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28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5049418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B=12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29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9522366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lang="de-DE" dirty="0"/>
              <a:t>A=10, B=5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AFA1584-6CD1-4DB5-988B-F58F785FE0AA}" type="slidenum">
              <a:rPr lang="de-DE" altLang="de-DE" smtClean="0"/>
              <a:pPr>
                <a:defRPr/>
              </a:pPr>
              <a:t>30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3787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e 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5181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Diagramm mi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065213" y="2416175"/>
            <a:ext cx="63769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65213" y="3494088"/>
            <a:ext cx="63769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81E90-0E8C-4E44-AB18-1251F8C5F609}" type="slidenum">
              <a:rPr lang="de-DE" altLang="de-DE"/>
              <a:pPr>
                <a:defRPr/>
              </a:pPr>
              <a:t>‹Nr.›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47079050"/>
      </p:ext>
    </p:extLst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065213" y="2416175"/>
            <a:ext cx="6376987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endParaRPr lang="de-DE" altLang="de-DE" sz="1800"/>
          </a:p>
        </p:txBody>
      </p:sp>
      <p:pic>
        <p:nvPicPr>
          <p:cNvPr id="6" name="Bild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4213" y="52388"/>
            <a:ext cx="1454150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6756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065213" y="1557503"/>
            <a:ext cx="6695075" cy="660708"/>
          </a:xfrm>
          <a:prstGeom prst="rect">
            <a:avLst/>
          </a:prstGeom>
        </p:spPr>
        <p:txBody>
          <a:bodyPr bIns="0"/>
          <a:lstStyle>
            <a:lvl1pPr marL="0" indent="0" algn="l">
              <a:lnSpc>
                <a:spcPct val="100000"/>
              </a:lnSpc>
              <a:buFont typeface="Wingdings" pitchFamily="2" charset="2"/>
              <a:buNone/>
              <a:defRPr sz="1400" baseline="0">
                <a:solidFill>
                  <a:srgbClr val="80808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8" name="Titel 2"/>
          <p:cNvSpPr>
            <a:spLocks noGrp="1"/>
          </p:cNvSpPr>
          <p:nvPr>
            <p:ph type="ctrTitle" sz="quarter" idx="4294967295"/>
          </p:nvPr>
        </p:nvSpPr>
        <p:spPr bwMode="auto">
          <a:xfrm>
            <a:off x="1065213" y="1129212"/>
            <a:ext cx="6696075" cy="73145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>
            <a:lvl1pPr algn="l">
              <a:defRPr b="1" i="0">
                <a:solidFill>
                  <a:srgbClr val="808080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7424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33" r:id="rId2"/>
    <p:sldLayoutId id="2147484520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hmupm-my.sharepoint.com/:f:/g/personal/florian_kattner_hmu-potsdam_de/EqtK0GA2WeRHpXf8oN6zWkIBxKHgEEOQSid_UcVqCQ4wTw?e=VllUVS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1AC67F57-8474-4192-9810-FF06331AD3E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7AFAEB0-DC59-44F5-B17F-C581DDD79A0E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0BA5F60-7F67-42AB-9363-A56938DF8B7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D774303-43DB-475B-9039-E9F550FBC50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sp>
        <p:nvSpPr>
          <p:cNvPr id="12" name="Flussdiagramm: Grenzstelle 11">
            <a:extLst>
              <a:ext uri="{FF2B5EF4-FFF2-40B4-BE49-F238E27FC236}">
                <a16:creationId xmlns:a16="http://schemas.microsoft.com/office/drawing/2014/main" id="{49BD7BC4-D97D-4BC7-A73F-A23E3F911F08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lussdiagramm: Grenzstelle 12">
            <a:extLst>
              <a:ext uri="{FF2B5EF4-FFF2-40B4-BE49-F238E27FC236}">
                <a16:creationId xmlns:a16="http://schemas.microsoft.com/office/drawing/2014/main" id="{904E41CA-84B1-41D5-A775-58F809F9EE03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263035"/>
      </p:ext>
    </p:extLst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0F6EA157-6B8C-4197-9316-C4032EABAE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8200BFA-317C-4671-B9CB-DA5F024AD4AF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94D69BC7-5645-47B8-A3B3-D8965E41BAA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1F2FD144-4563-44FE-8068-0AAA0C0CA3D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sp>
        <p:nvSpPr>
          <p:cNvPr id="12" name="Flussdiagramm: Grenzstelle 11">
            <a:extLst>
              <a:ext uri="{FF2B5EF4-FFF2-40B4-BE49-F238E27FC236}">
                <a16:creationId xmlns:a16="http://schemas.microsoft.com/office/drawing/2014/main" id="{811B8DE7-FAE1-4687-8D03-DC7F6345FDA3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lussdiagramm: Grenzstelle 12">
            <a:extLst>
              <a:ext uri="{FF2B5EF4-FFF2-40B4-BE49-F238E27FC236}">
                <a16:creationId xmlns:a16="http://schemas.microsoft.com/office/drawing/2014/main" id="{9A23BB28-8149-42CE-A7CD-AA34351F481D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122535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>
            <a:extLst>
              <a:ext uri="{FF2B5EF4-FFF2-40B4-BE49-F238E27FC236}">
                <a16:creationId xmlns:a16="http://schemas.microsoft.com/office/drawing/2014/main" id="{D84F91A8-7A4F-4799-A2F9-2BD04F0E671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538E27-5F82-4497-BC7E-3EED65107313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BB79646B-1D55-407E-8FC8-A3A52C72D68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7078D35-01BB-41BD-B4B4-17FECCE1F4DF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sp>
        <p:nvSpPr>
          <p:cNvPr id="12" name="Flussdiagramm: Grenzstelle 11">
            <a:extLst>
              <a:ext uri="{FF2B5EF4-FFF2-40B4-BE49-F238E27FC236}">
                <a16:creationId xmlns:a16="http://schemas.microsoft.com/office/drawing/2014/main" id="{68D0695F-686E-407B-9310-115D6E360E7A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lussdiagramm: Grenzstelle 12">
            <a:extLst>
              <a:ext uri="{FF2B5EF4-FFF2-40B4-BE49-F238E27FC236}">
                <a16:creationId xmlns:a16="http://schemas.microsoft.com/office/drawing/2014/main" id="{8F37F9AE-5F1D-46F0-A0EF-0906A4961F15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60344319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D8C6FB-FFEC-4BC4-8208-468B715AED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00781"/>
            <a:ext cx="4572000" cy="4572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8835C74-0495-4755-AD37-1B623B49431D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12" name="Flussdiagramm: Grenzstelle 11">
            <a:extLst>
              <a:ext uri="{FF2B5EF4-FFF2-40B4-BE49-F238E27FC236}">
                <a16:creationId xmlns:a16="http://schemas.microsoft.com/office/drawing/2014/main" id="{41302BD5-D577-4ED4-B68F-94C78E34E2FF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lussdiagramm: Grenzstelle 12">
            <a:extLst>
              <a:ext uri="{FF2B5EF4-FFF2-40B4-BE49-F238E27FC236}">
                <a16:creationId xmlns:a16="http://schemas.microsoft.com/office/drawing/2014/main" id="{50CB664F-59E5-4321-9D47-5D9BD544E4EF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609662"/>
      </p:ext>
    </p:extLst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508FE3-699C-4E99-9A06-55BF39CD65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C5CCB53-EC59-4C50-8525-18042570592A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F0E3FDF1-1088-4917-BAA1-BA33A27D53D4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250AC5EA-6804-4936-AEBC-5DE37F621825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5727336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358906D-C8C6-440B-990B-91EF7D1B26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8DDC5A-5E3A-44F2-BB68-4D1BE30EA98C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7" name="Flussdiagramm: Grenzstelle 6">
            <a:extLst>
              <a:ext uri="{FF2B5EF4-FFF2-40B4-BE49-F238E27FC236}">
                <a16:creationId xmlns:a16="http://schemas.microsoft.com/office/drawing/2014/main" id="{9BB49BCC-803F-469B-B84F-57689BE8F96E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183D4A3B-AA66-447A-98BE-478ABB517C7A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3620794"/>
      </p:ext>
    </p:extLst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E665CA3-79DD-47D4-B69E-21B4C275B1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F20524C-467D-422D-98ED-AB9FF3874446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8E32D201-427D-4E2C-B792-592EEC889145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lussdiagramm: Grenzstelle 9">
            <a:extLst>
              <a:ext uri="{FF2B5EF4-FFF2-40B4-BE49-F238E27FC236}">
                <a16:creationId xmlns:a16="http://schemas.microsoft.com/office/drawing/2014/main" id="{3F36E59E-1E42-4B87-B4B0-AC3E6EC10CA4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4054476"/>
      </p:ext>
    </p:extLst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073AE2C-4F3F-45A1-9F41-D00981F8752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162" y="389770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2B48E7A-4A99-4BFA-A291-ACDACF771CB6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38342236-E429-4405-B5EA-9C45E4F816D5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B8CF184C-B51E-474D-94CB-FD6A60522C8F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032458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9891744-9574-4A3F-9339-FACEFFA2744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8E88684-AA1F-4202-ACFF-07BE393B4F38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C2A59873-5787-4B81-8887-E69F19B2D918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3EDA6D32-7DDF-45C3-8ACE-65DF450A3376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2105729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B3BBC42-F8DF-4D90-BFE2-253AB91E8AB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22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54DBC37-3349-4F32-8F5A-1472F0C5CD3C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BF659117-0185-43AD-A72B-89203A15A628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DBFF51DF-4625-43AF-9030-9F04EF843BD3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287493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508FE3-699C-4E99-9A06-55BF39CD65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C5CCB53-EC59-4C50-8525-18042570592A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0E7E1B73-6DB5-4B0E-AD56-6BE83D96B128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08F1FDF5-8B34-4AE0-9AAC-56372D44594F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32753351"/>
      </p:ext>
    </p:extLst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AC67F57-8474-4192-9810-FF06331AD3E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7AFAEB0-DC59-44F5-B17F-C581DDD79A0E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8CA1BB2D-E2B4-4CAD-9DF3-E7D137AF203D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27E3D9A9-B0F3-41C6-AB9F-CDCCAEFEBE66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1488471"/>
      </p:ext>
    </p:extLst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6EA157-6B8C-4197-9316-C4032EABAE7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8200BFA-317C-4671-B9CB-DA5F024AD4AF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6" name="Flussdiagramm: Grenzstelle 5">
            <a:extLst>
              <a:ext uri="{FF2B5EF4-FFF2-40B4-BE49-F238E27FC236}">
                <a16:creationId xmlns:a16="http://schemas.microsoft.com/office/drawing/2014/main" id="{1E6BBD4A-804A-423F-B052-4B43D95F9125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202E6126-7EB7-4AA4-92A9-5CC41AF04172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8260857"/>
      </p:ext>
    </p:extLst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D8C6FB-FFEC-4BC4-8208-468B715AED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00781"/>
            <a:ext cx="4572000" cy="4572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8835C74-0495-4755-AD37-1B623B49431D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6" name="Flussdiagramm: Grenzstelle 5">
            <a:extLst>
              <a:ext uri="{FF2B5EF4-FFF2-40B4-BE49-F238E27FC236}">
                <a16:creationId xmlns:a16="http://schemas.microsoft.com/office/drawing/2014/main" id="{07AEDB9D-630B-47F4-B7E5-4ABF8A26FD8C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23BE3699-948A-478C-8622-B05C3D0BAD36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758684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84F91A8-7A4F-4799-A2F9-2BD04F0E671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538E27-5F82-4497-BC7E-3EED65107313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16A05F5F-C4A4-4BFA-862D-4997940D74B3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33C17B37-F86B-4663-B9C0-91D07485701A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322253"/>
      </p:ext>
    </p:extLst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358906D-C8C6-440B-990B-91EF7D1B26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8DDC5A-5E3A-44F2-BB68-4D1BE30EA98C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7" name="Flussdiagramm: Grenzstelle 6">
            <a:extLst>
              <a:ext uri="{FF2B5EF4-FFF2-40B4-BE49-F238E27FC236}">
                <a16:creationId xmlns:a16="http://schemas.microsoft.com/office/drawing/2014/main" id="{3784A854-3278-43CF-B356-306C6FB5EC6D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6712C475-6CBF-4F92-9A5B-54EDA363B5C7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4803211"/>
      </p:ext>
    </p:extLst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B3BBC42-F8DF-4D90-BFE2-253AB91E8AB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22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54DBC37-3349-4F32-8F5A-1472F0C5CD3C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305E1889-D374-4527-A63C-7F15F2638B98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77D0FDE2-A569-4F2C-8404-0A9FB8372D12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10529409"/>
      </p:ext>
    </p:extLst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E665CA3-79DD-47D4-B69E-21B4C275B1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F20524C-467D-422D-98ED-AB9FF3874446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7" name="Flussdiagramm: Grenzstelle 6">
            <a:extLst>
              <a:ext uri="{FF2B5EF4-FFF2-40B4-BE49-F238E27FC236}">
                <a16:creationId xmlns:a16="http://schemas.microsoft.com/office/drawing/2014/main" id="{0CAB8653-6621-4CBF-A8D7-5F1290A51B64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CBEE28E5-E18E-496C-9D0A-15D562941F14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620777"/>
      </p:ext>
    </p:extLst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9891744-9574-4A3F-9339-FACEFFA2744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8E88684-AA1F-4202-ACFF-07BE393B4F38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177A8758-C925-4F62-95F3-607F9873489B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8F873E94-0968-4C94-9464-C350051E2670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110274"/>
      </p:ext>
    </p:extLst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073AE2C-4F3F-45A1-9F41-D00981F8752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162" y="389770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2B48E7A-4A99-4BFA-A291-ACDACF771CB6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89778427-2107-4A01-B11B-E7D5B02F606D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8E330715-56F0-4259-A606-837501C3BE91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3655799"/>
      </p:ext>
    </p:extLst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4508FE3-699C-4E99-9A06-55BF39CD6598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BC5CCB53-EC59-4C50-8525-18042570592A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7720C0F6-47A2-4A74-BF57-4F4E86678F5D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ADDFEF32-ACF9-4047-8000-95834046A484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7991885"/>
      </p:ext>
    </p:extLst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F6EA157-6B8C-4197-9316-C4032EABAE7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8200BFA-317C-4671-B9CB-DA5F024AD4AF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6" name="Flussdiagramm: Grenzstelle 5">
            <a:extLst>
              <a:ext uri="{FF2B5EF4-FFF2-40B4-BE49-F238E27FC236}">
                <a16:creationId xmlns:a16="http://schemas.microsoft.com/office/drawing/2014/main" id="{FF104632-312D-41CB-B068-00ED22F69F8E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D813923D-08FC-47A9-BA0A-25891538632A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3027157"/>
      </p:ext>
    </p:extLst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AC67F57-8474-4192-9810-FF06331AD3E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87AFAEB0-DC59-44F5-B17F-C581DDD79A0E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057B5AA2-810F-4416-88F3-6F4B005752A5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C0D4ABAE-EF95-4F49-A91A-FC464562FCBB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9583295"/>
      </p:ext>
    </p:extLst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84F91A8-7A4F-4799-A2F9-2BD04F0E6713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CF538E27-5F82-4497-BC7E-3EED65107313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931256B2-A21E-4096-9B7D-14D87AC7F0F4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E30379FF-AA57-42D3-89BE-ADA4936F0938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0587712"/>
      </p:ext>
    </p:extLst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9D8C6FB-FFEC-4BC4-8208-468B715AED4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4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00781"/>
            <a:ext cx="4572000" cy="45720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98835C74-0495-4755-AD37-1B623B49431D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6" name="Flussdiagramm: Grenzstelle 5">
            <a:extLst>
              <a:ext uri="{FF2B5EF4-FFF2-40B4-BE49-F238E27FC236}">
                <a16:creationId xmlns:a16="http://schemas.microsoft.com/office/drawing/2014/main" id="{4C50E318-C10E-4EA2-8FF8-D971FF17E5A3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412855F8-D64F-43CE-B048-258597B01E7F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61169285"/>
      </p:ext>
    </p:extLst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F358906D-C8C6-440B-990B-91EF7D1B26D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988DDC5A-5E3A-44F2-BB68-4D1BE30EA98C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7" name="Flussdiagramm: Grenzstelle 6">
            <a:extLst>
              <a:ext uri="{FF2B5EF4-FFF2-40B4-BE49-F238E27FC236}">
                <a16:creationId xmlns:a16="http://schemas.microsoft.com/office/drawing/2014/main" id="{5BE1CB10-6339-459B-AC0C-DCE150E2A4FB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9E41245B-05D8-4185-BFBF-93003C473D79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75881395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073AE2C-4F3F-45A1-9F41-D00981F8752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162" y="389770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72B48E7A-4A99-4BFA-A291-ACDACF771CB6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FAD78E93-AE94-434B-8065-4CB317CCC87E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704FDE5D-69A0-4052-88B1-49052C0C5879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4422632"/>
      </p:ext>
    </p:extLst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E665CA3-79DD-47D4-B69E-21B4C275B1B7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BF20524C-467D-422D-98ED-AB9FF3874446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7" name="Flussdiagramm: Grenzstelle 6">
            <a:extLst>
              <a:ext uri="{FF2B5EF4-FFF2-40B4-BE49-F238E27FC236}">
                <a16:creationId xmlns:a16="http://schemas.microsoft.com/office/drawing/2014/main" id="{E3B7EF1E-AC73-44DC-9343-BBDBDE18305C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A5358D3A-79BD-4D8E-8D2D-77BA332DC8E1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9052638"/>
      </p:ext>
    </p:extLst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D9891744-9574-4A3F-9339-FACEFFA2744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8E88684-AA1F-4202-ACFF-07BE393B4F38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FCFCF091-1BEE-4D4C-88D1-6EF72837F7F5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D25B725F-917E-477C-A6CE-4E74B1469D53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0128686"/>
      </p:ext>
    </p:extLst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0906"/>
            <a:ext cx="4572000" cy="4572000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8E589ED2-6149-4218-B262-7E453E14AB34}"/>
              </a:ext>
            </a:extLst>
          </p:cNvPr>
          <p:cNvSpPr txBox="1"/>
          <p:nvPr/>
        </p:nvSpPr>
        <p:spPr>
          <a:xfrm>
            <a:off x="1241884" y="390906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Standardreiz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B3BBC42-F8DF-4D90-BFE2-253AB91E8ABC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6422" y="390906"/>
            <a:ext cx="4572000" cy="45720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E54DBC37-3349-4F32-8F5A-1472F0C5CD3C}"/>
              </a:ext>
            </a:extLst>
          </p:cNvPr>
          <p:cNvSpPr txBox="1"/>
          <p:nvPr/>
        </p:nvSpPr>
        <p:spPr>
          <a:xfrm>
            <a:off x="6084168" y="390905"/>
            <a:ext cx="20882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Vergleichsreiz</a:t>
            </a:r>
          </a:p>
        </p:txBody>
      </p:sp>
      <p:sp>
        <p:nvSpPr>
          <p:cNvPr id="8" name="Flussdiagramm: Grenzstelle 7">
            <a:extLst>
              <a:ext uri="{FF2B5EF4-FFF2-40B4-BE49-F238E27FC236}">
                <a16:creationId xmlns:a16="http://schemas.microsoft.com/office/drawing/2014/main" id="{6B2F44D3-751C-4EF4-9A1B-3F05501D387F}"/>
              </a:ext>
            </a:extLst>
          </p:cNvPr>
          <p:cNvSpPr/>
          <p:nvPr/>
        </p:nvSpPr>
        <p:spPr>
          <a:xfrm>
            <a:off x="120502" y="2352870"/>
            <a:ext cx="1296144" cy="648072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lussdiagramm: Grenzstelle 8">
            <a:extLst>
              <a:ext uri="{FF2B5EF4-FFF2-40B4-BE49-F238E27FC236}">
                <a16:creationId xmlns:a16="http://schemas.microsoft.com/office/drawing/2014/main" id="{C15DE863-9C61-442A-93E1-FB99CA391F23}"/>
              </a:ext>
            </a:extLst>
          </p:cNvPr>
          <p:cNvSpPr/>
          <p:nvPr/>
        </p:nvSpPr>
        <p:spPr>
          <a:xfrm>
            <a:off x="1376550" y="2654619"/>
            <a:ext cx="315130" cy="45719"/>
          </a:xfrm>
          <a:prstGeom prst="flowChartTerminator">
            <a:avLst/>
          </a:prstGeom>
          <a:solidFill>
            <a:srgbClr val="E0FF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47128"/>
      </p:ext>
    </p:extLst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CB037AFB-F031-4F9A-BBF0-67B95C95A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7864" y="1821117"/>
            <a:ext cx="2304256" cy="2801489"/>
          </a:xfrm>
          <a:prstGeom prst="rect">
            <a:avLst/>
          </a:prstGeom>
        </p:spPr>
      </p:pic>
      <p:sp>
        <p:nvSpPr>
          <p:cNvPr id="3" name="Titel 1">
            <a:extLst>
              <a:ext uri="{FF2B5EF4-FFF2-40B4-BE49-F238E27FC236}">
                <a16:creationId xmlns:a16="http://schemas.microsoft.com/office/drawing/2014/main" id="{273982F4-B3A9-43F4-85C0-C700E504CDDD}"/>
              </a:ext>
            </a:extLst>
          </p:cNvPr>
          <p:cNvSpPr txBox="1">
            <a:spLocks/>
          </p:cNvSpPr>
          <p:nvPr/>
        </p:nvSpPr>
        <p:spPr>
          <a:xfrm>
            <a:off x="611188" y="1404193"/>
            <a:ext cx="7921625" cy="416924"/>
          </a:xfrm>
          <a:prstGeom prst="rect">
            <a:avLst/>
          </a:prstGeom>
        </p:spPr>
        <p:txBody>
          <a:bodyPr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ＭＳ Ｐゴシック" charset="0"/>
                <a:cs typeface="ＭＳ Ｐゴシック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de-DE" sz="1400" dirty="0"/>
              <a:t>Laden Sie Ihre Werte (in einer Exceltabelle) bitte hier hoch: </a:t>
            </a:r>
            <a:br>
              <a:rPr lang="de-DE" sz="1400" dirty="0"/>
            </a:br>
            <a:r>
              <a:rPr lang="de-DE" sz="600" dirty="0">
                <a:hlinkClick r:id="rId3"/>
              </a:rPr>
              <a:t>https://hmupm-my.sharepoint.com/:f:/g/personal/florian_kattner_hmu-potsdam_de/EqtK0GA2WeRHpXf8oN6zWkIBxKHgEEOQSid_UcVqCQ4wTw?e=VllUVS</a:t>
            </a:r>
            <a:br>
              <a:rPr lang="de-DE" sz="600" dirty="0"/>
            </a:br>
            <a:br>
              <a:rPr lang="de-DE" sz="1400" dirty="0"/>
            </a:b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703532969"/>
      </p:ext>
    </p:extLst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Leere Seite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345</Words>
  <Application>Microsoft Office PowerPoint</Application>
  <PresentationFormat>Benutzerdefiniert</PresentationFormat>
  <Paragraphs>121</Paragraphs>
  <Slides>31</Slides>
  <Notes>30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31</vt:i4>
      </vt:variant>
    </vt:vector>
  </HeadingPairs>
  <TitlesOfParts>
    <vt:vector size="36" baseType="lpstr">
      <vt:lpstr>Arial</vt:lpstr>
      <vt:lpstr>Calibri</vt:lpstr>
      <vt:lpstr>Calibri Light</vt:lpstr>
      <vt:lpstr>Wingdings</vt:lpstr>
      <vt:lpstr>Leere Seite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BITKOM Startdatei</dc:title>
  <dc:creator>Nicola Sernow BSP Berlin Potsdam</dc:creator>
  <cp:lastModifiedBy>Florian Kattner HMU Potsdam</cp:lastModifiedBy>
  <cp:revision>266</cp:revision>
  <dcterms:created xsi:type="dcterms:W3CDTF">2007-11-11T17:44:30Z</dcterms:created>
  <dcterms:modified xsi:type="dcterms:W3CDTF">2025-10-23T14:13:28Z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ategorie">
    <vt:lpwstr>BITKOM Vorlagen</vt:lpwstr>
  </property>
  <property fmtid="{D5CDD505-2E9C-101B-9397-08002B2CF9AE}" pid="3" name="ContentType">
    <vt:lpwstr>Dokument</vt:lpwstr>
  </property>
  <property fmtid="{D5CDD505-2E9C-101B-9397-08002B2CF9AE}" pid="4" name="zugeordnete Ressource">
    <vt:lpwstr/>
  </property>
  <property fmtid="{D5CDD505-2E9C-101B-9397-08002B2CF9AE}" pid="5" name="zugeordnetes Managementsystem">
    <vt:lpwstr/>
  </property>
</Properties>
</file>